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6.jpg" ContentType="image/jpeg"/>
  <Override PartName="/ppt/media/image7.jpg" ContentType="image/jpeg"/>
  <Override PartName="/ppt/media/image8.jpg" ContentType="image/jpeg"/>
  <Override PartName="/ppt/media/image9.jpg" ContentType="image/jpeg"/>
  <Override PartName="/ppt/media/image10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72" y="6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950" b="1" i="0">
                <a:solidFill>
                  <a:srgbClr val="EFF1E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EFF1E7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spc="-135" dirty="0"/>
              <a:t> </a:t>
            </a: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950" b="1" i="0">
                <a:solidFill>
                  <a:srgbClr val="EFF1E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EFF1E7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spc="-135" dirty="0"/>
              <a:t> </a:t>
            </a: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950" b="1" i="0">
                <a:solidFill>
                  <a:srgbClr val="EFF1E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spc="-135" dirty="0"/>
              <a:t> </a:t>
            </a: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950" b="1" i="0">
                <a:solidFill>
                  <a:srgbClr val="EFF1E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spc="-135" dirty="0"/>
              <a:t> </a:t>
            </a: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spc="-135" dirty="0"/>
              <a:t> </a:t>
            </a: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6FA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05889" y="955172"/>
            <a:ext cx="8844915" cy="1395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950" b="1" i="0">
                <a:solidFill>
                  <a:srgbClr val="EFF1E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79806" y="2264557"/>
            <a:ext cx="8108315" cy="651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EFF1E7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246600" y="9215479"/>
            <a:ext cx="857250" cy="37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spc="-135" dirty="0"/>
              <a:t> </a:t>
            </a: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4150" y="11867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7520285" cy="10287000"/>
            </a:xfrm>
            <a:custGeom>
              <a:avLst/>
              <a:gdLst/>
              <a:ahLst/>
              <a:cxnLst/>
              <a:rect l="l" t="t" r="r" b="b"/>
              <a:pathLst>
                <a:path w="17520285" h="10287000">
                  <a:moveTo>
                    <a:pt x="0" y="10286999"/>
                  </a:moveTo>
                  <a:lnTo>
                    <a:pt x="17519830" y="10286999"/>
                  </a:lnTo>
                  <a:lnTo>
                    <a:pt x="17519830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6FA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2827" y="1200974"/>
              <a:ext cx="7047947" cy="80416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519831" y="0"/>
              <a:ext cx="768350" cy="10287000"/>
            </a:xfrm>
            <a:custGeom>
              <a:avLst/>
              <a:gdLst/>
              <a:ahLst/>
              <a:cxnLst/>
              <a:rect l="l" t="t" r="r" b="b"/>
              <a:pathLst>
                <a:path w="768350" h="10287000">
                  <a:moveTo>
                    <a:pt x="768168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768168" y="0"/>
                  </a:lnTo>
                  <a:lnTo>
                    <a:pt x="768168" y="10286999"/>
                  </a:lnTo>
                  <a:close/>
                </a:path>
              </a:pathLst>
            </a:custGeom>
            <a:solidFill>
              <a:srgbClr val="EFF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952216" y="8855398"/>
              <a:ext cx="0" cy="403225"/>
            </a:xfrm>
            <a:custGeom>
              <a:avLst/>
              <a:gdLst/>
              <a:ahLst/>
              <a:cxnLst/>
              <a:rect l="l" t="t" r="r" b="b"/>
              <a:pathLst>
                <a:path h="403225">
                  <a:moveTo>
                    <a:pt x="0" y="40284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EFF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096202" y="8855398"/>
              <a:ext cx="0" cy="403225"/>
            </a:xfrm>
            <a:custGeom>
              <a:avLst/>
              <a:gdLst/>
              <a:ahLst/>
              <a:cxnLst/>
              <a:rect l="l" t="t" r="r" b="b"/>
              <a:pathLst>
                <a:path h="403225">
                  <a:moveTo>
                    <a:pt x="0" y="40284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EFF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240192" y="8855398"/>
              <a:ext cx="0" cy="403225"/>
            </a:xfrm>
            <a:custGeom>
              <a:avLst/>
              <a:gdLst/>
              <a:ahLst/>
              <a:cxnLst/>
              <a:rect l="l" t="t" r="r" b="b"/>
              <a:pathLst>
                <a:path h="403225">
                  <a:moveTo>
                    <a:pt x="0" y="40284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EFF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306561" y="1154892"/>
            <a:ext cx="11079480" cy="1307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400" b="0" spc="-705" dirty="0">
                <a:solidFill>
                  <a:srgbClr val="1D1816"/>
                </a:solidFill>
                <a:latin typeface="Arial Black"/>
                <a:cs typeface="Arial Black"/>
              </a:rPr>
              <a:t>HR</a:t>
            </a:r>
            <a:r>
              <a:rPr sz="8400" b="0" spc="-800" dirty="0">
                <a:solidFill>
                  <a:srgbClr val="1D1816"/>
                </a:solidFill>
                <a:latin typeface="Arial Black"/>
                <a:cs typeface="Arial Black"/>
              </a:rPr>
              <a:t> </a:t>
            </a:r>
            <a:r>
              <a:rPr sz="8400" b="0" spc="-540" dirty="0">
                <a:solidFill>
                  <a:srgbClr val="1D1816"/>
                </a:solidFill>
                <a:latin typeface="Arial Black"/>
                <a:cs typeface="Arial Black"/>
              </a:rPr>
              <a:t>Recruitment</a:t>
            </a:r>
            <a:r>
              <a:rPr sz="8400" b="0" spc="-795" dirty="0">
                <a:solidFill>
                  <a:srgbClr val="1D1816"/>
                </a:solidFill>
                <a:latin typeface="Arial Black"/>
                <a:cs typeface="Arial Black"/>
              </a:rPr>
              <a:t> </a:t>
            </a:r>
            <a:r>
              <a:rPr sz="8400" b="0" spc="-545" dirty="0">
                <a:solidFill>
                  <a:srgbClr val="1D1816"/>
                </a:solidFill>
                <a:latin typeface="Arial Black"/>
                <a:cs typeface="Arial Black"/>
              </a:rPr>
              <a:t>Data</a:t>
            </a:r>
            <a:endParaRPr sz="84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6507460" y="9582947"/>
            <a:ext cx="857250" cy="3714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spc="-135" dirty="0"/>
              <a:t> </a:t>
            </a:r>
            <a:fld id="{81D60167-4931-47E6-BA6A-407CBD079E47}" type="slidenum">
              <a:rPr spc="-60" dirty="0"/>
              <a:t>1</a:t>
            </a:fld>
            <a:endParaRPr spc="-60" dirty="0"/>
          </a:p>
        </p:txBody>
      </p:sp>
      <p:sp>
        <p:nvSpPr>
          <p:cNvPr id="10" name="object 10"/>
          <p:cNvSpPr txBox="1"/>
          <p:nvPr/>
        </p:nvSpPr>
        <p:spPr>
          <a:xfrm>
            <a:off x="4438680" y="2643964"/>
            <a:ext cx="4815205" cy="1307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400" spc="-565" dirty="0">
                <a:solidFill>
                  <a:srgbClr val="1D1816"/>
                </a:solidFill>
                <a:latin typeface="Arial Black"/>
                <a:cs typeface="Arial Black"/>
              </a:rPr>
              <a:t>Analysis</a:t>
            </a:r>
            <a:endParaRPr sz="8400" dirty="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2067" y="5789879"/>
            <a:ext cx="8380730" cy="3271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82344" marR="974725" algn="ctr">
              <a:lnSpc>
                <a:spcPct val="116399"/>
              </a:lnSpc>
              <a:spcBef>
                <a:spcPts val="90"/>
              </a:spcBef>
            </a:pPr>
            <a:r>
              <a:rPr sz="3050" spc="60" dirty="0">
                <a:solidFill>
                  <a:srgbClr val="1D1816"/>
                </a:solidFill>
                <a:latin typeface="Lucida Sans Unicode"/>
                <a:cs typeface="Lucida Sans Unicode"/>
              </a:rPr>
              <a:t>Presented</a:t>
            </a:r>
            <a:r>
              <a:rPr sz="3050" spc="-130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D1816"/>
                </a:solidFill>
                <a:latin typeface="Lucida Sans Unicode"/>
                <a:cs typeface="Lucida Sans Unicode"/>
              </a:rPr>
              <a:t>by:</a:t>
            </a:r>
            <a:r>
              <a:rPr sz="3050" spc="-125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D1816"/>
                </a:solidFill>
                <a:latin typeface="Lucida Sans Unicode"/>
                <a:cs typeface="Lucida Sans Unicode"/>
              </a:rPr>
              <a:t>Rowthu</a:t>
            </a:r>
            <a:r>
              <a:rPr sz="3050" spc="-125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spc="-10" dirty="0">
                <a:solidFill>
                  <a:srgbClr val="1D1816"/>
                </a:solidFill>
                <a:latin typeface="Lucida Sans Unicode"/>
                <a:cs typeface="Lucida Sans Unicode"/>
              </a:rPr>
              <a:t>Bhulakshmi Course:</a:t>
            </a:r>
            <a:r>
              <a:rPr sz="3050" spc="-200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spc="-45" dirty="0">
                <a:solidFill>
                  <a:srgbClr val="1D1816"/>
                </a:solidFill>
                <a:latin typeface="Lucida Sans Unicode"/>
                <a:cs typeface="Lucida Sans Unicode"/>
              </a:rPr>
              <a:t>B.Tech</a:t>
            </a:r>
            <a:r>
              <a:rPr sz="3050" spc="-195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spc="130" dirty="0">
                <a:solidFill>
                  <a:srgbClr val="1D1816"/>
                </a:solidFill>
                <a:latin typeface="Lucida Sans Unicode"/>
                <a:cs typeface="Lucida Sans Unicode"/>
              </a:rPr>
              <a:t>CSE</a:t>
            </a:r>
            <a:endParaRPr sz="3050">
              <a:latin typeface="Lucida Sans Unicode"/>
              <a:cs typeface="Lucida Sans Unicode"/>
            </a:endParaRPr>
          </a:p>
          <a:p>
            <a:pPr marL="12700" marR="5080" algn="ctr">
              <a:lnSpc>
                <a:spcPct val="116399"/>
              </a:lnSpc>
            </a:pPr>
            <a:r>
              <a:rPr sz="3050" spc="-30" dirty="0">
                <a:solidFill>
                  <a:srgbClr val="1D1816"/>
                </a:solidFill>
                <a:latin typeface="Lucida Sans Unicode"/>
                <a:cs typeface="Lucida Sans Unicode"/>
              </a:rPr>
              <a:t>College:</a:t>
            </a:r>
            <a:r>
              <a:rPr sz="3050" spc="-100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D1816"/>
                </a:solidFill>
                <a:latin typeface="Lucida Sans Unicode"/>
                <a:cs typeface="Lucida Sans Unicode"/>
              </a:rPr>
              <a:t>Avanthi</a:t>
            </a:r>
            <a:r>
              <a:rPr sz="3050" spc="-95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D1816"/>
                </a:solidFill>
                <a:latin typeface="Lucida Sans Unicode"/>
                <a:cs typeface="Lucida Sans Unicode"/>
              </a:rPr>
              <a:t>Institute</a:t>
            </a:r>
            <a:r>
              <a:rPr sz="3050" spc="-95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D1816"/>
                </a:solidFill>
                <a:latin typeface="Lucida Sans Unicode"/>
                <a:cs typeface="Lucida Sans Unicode"/>
              </a:rPr>
              <a:t>of</a:t>
            </a:r>
            <a:r>
              <a:rPr sz="3050" spc="-100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spc="-20" dirty="0">
                <a:solidFill>
                  <a:srgbClr val="1D1816"/>
                </a:solidFill>
                <a:latin typeface="Lucida Sans Unicode"/>
                <a:cs typeface="Lucida Sans Unicode"/>
              </a:rPr>
              <a:t>Engineering</a:t>
            </a:r>
            <a:r>
              <a:rPr sz="3050" spc="-95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spc="-25" dirty="0">
                <a:solidFill>
                  <a:srgbClr val="1D1816"/>
                </a:solidFill>
                <a:latin typeface="Lucida Sans Unicode"/>
                <a:cs typeface="Lucida Sans Unicode"/>
              </a:rPr>
              <a:t>and </a:t>
            </a:r>
            <a:r>
              <a:rPr sz="3050" spc="-10" dirty="0">
                <a:solidFill>
                  <a:srgbClr val="1D1816"/>
                </a:solidFill>
                <a:latin typeface="Lucida Sans Unicode"/>
                <a:cs typeface="Lucida Sans Unicode"/>
              </a:rPr>
              <a:t>Technology</a:t>
            </a:r>
            <a:endParaRPr sz="3050">
              <a:latin typeface="Lucida Sans Unicode"/>
              <a:cs typeface="Lucida Sans Unicode"/>
            </a:endParaRPr>
          </a:p>
          <a:p>
            <a:pPr marL="492125" marR="484505" algn="ctr">
              <a:lnSpc>
                <a:spcPct val="116399"/>
              </a:lnSpc>
            </a:pPr>
            <a:r>
              <a:rPr sz="3050" spc="65" dirty="0">
                <a:solidFill>
                  <a:srgbClr val="1D1816"/>
                </a:solidFill>
                <a:latin typeface="Lucida Sans Unicode"/>
                <a:cs typeface="Lucida Sans Unicode"/>
              </a:rPr>
              <a:t>Project</a:t>
            </a:r>
            <a:r>
              <a:rPr sz="3050" spc="-135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spc="-55" dirty="0">
                <a:solidFill>
                  <a:srgbClr val="1D1816"/>
                </a:solidFill>
                <a:latin typeface="Lucida Sans Unicode"/>
                <a:cs typeface="Lucida Sans Unicode"/>
              </a:rPr>
              <a:t>Type:</a:t>
            </a:r>
            <a:r>
              <a:rPr sz="3050" spc="-130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D1816"/>
                </a:solidFill>
                <a:latin typeface="Lucida Sans Unicode"/>
                <a:cs typeface="Lucida Sans Unicode"/>
              </a:rPr>
              <a:t>Minor</a:t>
            </a:r>
            <a:r>
              <a:rPr sz="3050" spc="-130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spc="-420" dirty="0">
                <a:solidFill>
                  <a:srgbClr val="1D1816"/>
                </a:solidFill>
                <a:latin typeface="Lucida Sans Unicode"/>
                <a:cs typeface="Lucida Sans Unicode"/>
              </a:rPr>
              <a:t>/</a:t>
            </a:r>
            <a:r>
              <a:rPr sz="3050" spc="-130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D1816"/>
                </a:solidFill>
                <a:latin typeface="Lucida Sans Unicode"/>
                <a:cs typeface="Lucida Sans Unicode"/>
              </a:rPr>
              <a:t>Internship</a:t>
            </a:r>
            <a:r>
              <a:rPr sz="3050" spc="-135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spc="55" dirty="0">
                <a:solidFill>
                  <a:srgbClr val="1D1816"/>
                </a:solidFill>
                <a:latin typeface="Lucida Sans Unicode"/>
                <a:cs typeface="Lucida Sans Unicode"/>
              </a:rPr>
              <a:t>Project </a:t>
            </a:r>
            <a:r>
              <a:rPr sz="3050" spc="-35" dirty="0">
                <a:solidFill>
                  <a:srgbClr val="1D1816"/>
                </a:solidFill>
                <a:latin typeface="Lucida Sans Unicode"/>
                <a:cs typeface="Lucida Sans Unicode"/>
              </a:rPr>
              <a:t>Technology:</a:t>
            </a:r>
            <a:r>
              <a:rPr sz="3050" spc="-170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spc="160" dirty="0">
                <a:solidFill>
                  <a:srgbClr val="1D1816"/>
                </a:solidFill>
                <a:latin typeface="Lucida Sans Unicode"/>
                <a:cs typeface="Lucida Sans Unicode"/>
              </a:rPr>
              <a:t>Java,</a:t>
            </a:r>
            <a:r>
              <a:rPr sz="3050" spc="-165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spc="85" dirty="0">
                <a:solidFill>
                  <a:srgbClr val="1D1816"/>
                </a:solidFill>
                <a:latin typeface="Lucida Sans Unicode"/>
                <a:cs typeface="Lucida Sans Unicode"/>
              </a:rPr>
              <a:t>CSV</a:t>
            </a:r>
            <a:r>
              <a:rPr sz="3050" spc="-165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dirty="0">
                <a:solidFill>
                  <a:srgbClr val="1D1816"/>
                </a:solidFill>
                <a:latin typeface="Lucida Sans Unicode"/>
                <a:cs typeface="Lucida Sans Unicode"/>
              </a:rPr>
              <a:t>File</a:t>
            </a:r>
            <a:r>
              <a:rPr sz="3050" spc="-170" dirty="0">
                <a:solidFill>
                  <a:srgbClr val="1D1816"/>
                </a:solidFill>
                <a:latin typeface="Lucida Sans Unicode"/>
                <a:cs typeface="Lucida Sans Unicode"/>
              </a:rPr>
              <a:t> </a:t>
            </a:r>
            <a:r>
              <a:rPr sz="3050" spc="-10" dirty="0">
                <a:solidFill>
                  <a:srgbClr val="1D1816"/>
                </a:solidFill>
                <a:latin typeface="Lucida Sans Unicode"/>
                <a:cs typeface="Lucida Sans Unicode"/>
              </a:rPr>
              <a:t>Handling</a:t>
            </a:r>
            <a:endParaRPr sz="3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963961"/>
            <a:ext cx="489839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235" dirty="0"/>
              <a:t>Agenda:</a:t>
            </a:r>
            <a:endParaRPr sz="8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063" y="2498694"/>
            <a:ext cx="112799" cy="1127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5063" y="3426155"/>
            <a:ext cx="112799" cy="1127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75063" y="4353617"/>
            <a:ext cx="112799" cy="1127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063" y="5281078"/>
            <a:ext cx="112799" cy="1127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063" y="6208539"/>
            <a:ext cx="112799" cy="1127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75063" y="7136000"/>
            <a:ext cx="112799" cy="1127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75063" y="8063462"/>
            <a:ext cx="112799" cy="11279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5"/>
              </a:spcBef>
            </a:pPr>
            <a:r>
              <a:rPr dirty="0"/>
              <a:t>To</a:t>
            </a:r>
            <a:r>
              <a:rPr spc="175" dirty="0"/>
              <a:t> </a:t>
            </a:r>
            <a:r>
              <a:rPr spc="130" dirty="0"/>
              <a:t>read</a:t>
            </a:r>
            <a:r>
              <a:rPr spc="180" dirty="0"/>
              <a:t> </a:t>
            </a:r>
            <a:r>
              <a:rPr spc="170" dirty="0"/>
              <a:t>and</a:t>
            </a:r>
            <a:r>
              <a:rPr spc="180" dirty="0"/>
              <a:t> </a:t>
            </a:r>
            <a:r>
              <a:rPr spc="85" dirty="0"/>
              <a:t>process</a:t>
            </a:r>
            <a:r>
              <a:rPr spc="180" dirty="0"/>
              <a:t> </a:t>
            </a:r>
            <a:r>
              <a:rPr dirty="0"/>
              <a:t>HR</a:t>
            </a:r>
            <a:r>
              <a:rPr spc="180" dirty="0"/>
              <a:t> </a:t>
            </a:r>
            <a:r>
              <a:rPr spc="55" dirty="0"/>
              <a:t>recruitment</a:t>
            </a:r>
            <a:r>
              <a:rPr spc="180" dirty="0"/>
              <a:t> </a:t>
            </a:r>
            <a:r>
              <a:rPr spc="185" dirty="0"/>
              <a:t>data</a:t>
            </a:r>
            <a:r>
              <a:rPr spc="180" dirty="0"/>
              <a:t> </a:t>
            </a:r>
            <a:r>
              <a:rPr spc="-20" dirty="0"/>
              <a:t>from </a:t>
            </a:r>
            <a:r>
              <a:rPr spc="330" dirty="0"/>
              <a:t>a</a:t>
            </a:r>
            <a:r>
              <a:rPr spc="-90" dirty="0"/>
              <a:t> </a:t>
            </a:r>
            <a:r>
              <a:rPr spc="135" dirty="0"/>
              <a:t>CSV</a:t>
            </a:r>
            <a:r>
              <a:rPr spc="-90" dirty="0"/>
              <a:t> </a:t>
            </a:r>
            <a:r>
              <a:rPr spc="-20" dirty="0"/>
              <a:t>file</a:t>
            </a:r>
            <a:r>
              <a:rPr spc="-90" dirty="0"/>
              <a:t> </a:t>
            </a:r>
            <a:r>
              <a:rPr dirty="0"/>
              <a:t>using</a:t>
            </a:r>
            <a:r>
              <a:rPr spc="-90" dirty="0"/>
              <a:t> </a:t>
            </a:r>
            <a:r>
              <a:rPr spc="315" dirty="0"/>
              <a:t>Java</a:t>
            </a:r>
          </a:p>
          <a:p>
            <a:pPr marL="12700" marR="5080">
              <a:lnSpc>
                <a:spcPct val="117000"/>
              </a:lnSpc>
              <a:tabLst>
                <a:tab pos="709295" algn="l"/>
                <a:tab pos="2306320" algn="l"/>
                <a:tab pos="4339590" algn="l"/>
                <a:tab pos="6587490" algn="l"/>
                <a:tab pos="7694295" algn="l"/>
              </a:tabLst>
            </a:pPr>
            <a:r>
              <a:rPr spc="-25" dirty="0"/>
              <a:t>To</a:t>
            </a:r>
            <a:r>
              <a:rPr dirty="0"/>
              <a:t>	</a:t>
            </a:r>
            <a:r>
              <a:rPr spc="70" dirty="0"/>
              <a:t>analyze</a:t>
            </a:r>
            <a:r>
              <a:rPr dirty="0"/>
              <a:t>	</a:t>
            </a:r>
            <a:r>
              <a:rPr spc="125" dirty="0"/>
              <a:t>candidate</a:t>
            </a:r>
            <a:r>
              <a:rPr dirty="0"/>
              <a:t>	</a:t>
            </a:r>
            <a:r>
              <a:rPr spc="-10" dirty="0"/>
              <a:t>information</a:t>
            </a:r>
            <a:r>
              <a:rPr dirty="0"/>
              <a:t>	</a:t>
            </a:r>
            <a:r>
              <a:rPr spc="80" dirty="0"/>
              <a:t>such</a:t>
            </a:r>
            <a:r>
              <a:rPr dirty="0"/>
              <a:t>	</a:t>
            </a:r>
            <a:r>
              <a:rPr spc="155" dirty="0"/>
              <a:t>as </a:t>
            </a:r>
            <a:r>
              <a:rPr spc="70" dirty="0"/>
              <a:t>department,</a:t>
            </a:r>
            <a:r>
              <a:rPr spc="-90" dirty="0"/>
              <a:t> </a:t>
            </a:r>
            <a:r>
              <a:rPr spc="55" dirty="0"/>
              <a:t>selection</a:t>
            </a:r>
            <a:r>
              <a:rPr spc="-85" dirty="0"/>
              <a:t> </a:t>
            </a:r>
            <a:r>
              <a:rPr dirty="0"/>
              <a:t>status,</a:t>
            </a:r>
            <a:r>
              <a:rPr spc="-90" dirty="0"/>
              <a:t> </a:t>
            </a:r>
            <a:r>
              <a:rPr spc="170" dirty="0"/>
              <a:t>and</a:t>
            </a:r>
            <a:r>
              <a:rPr spc="-85" dirty="0"/>
              <a:t> </a:t>
            </a:r>
            <a:r>
              <a:rPr spc="85" dirty="0"/>
              <a:t>salary</a:t>
            </a:r>
          </a:p>
          <a:p>
            <a:pPr marL="12700" marR="5080">
              <a:lnSpc>
                <a:spcPct val="117000"/>
              </a:lnSpc>
              <a:tabLst>
                <a:tab pos="753745" algn="l"/>
                <a:tab pos="2664460" algn="l"/>
                <a:tab pos="3776345" algn="l"/>
                <a:tab pos="5452745" algn="l"/>
                <a:tab pos="6123305" algn="l"/>
              </a:tabLst>
            </a:pPr>
            <a:r>
              <a:rPr spc="-25" dirty="0"/>
              <a:t>To</a:t>
            </a:r>
            <a:r>
              <a:rPr dirty="0"/>
              <a:t>	</a:t>
            </a:r>
            <a:r>
              <a:rPr spc="114" dirty="0"/>
              <a:t>calculate</a:t>
            </a:r>
            <a:r>
              <a:rPr dirty="0"/>
              <a:t>	</a:t>
            </a:r>
            <a:r>
              <a:rPr spc="-10" dirty="0"/>
              <a:t>total</a:t>
            </a:r>
            <a:r>
              <a:rPr dirty="0"/>
              <a:t>	</a:t>
            </a:r>
            <a:r>
              <a:rPr spc="85" dirty="0"/>
              <a:t>number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75" dirty="0"/>
              <a:t>candidates, </a:t>
            </a:r>
            <a:r>
              <a:rPr spc="95" dirty="0"/>
              <a:t>selected</a:t>
            </a:r>
            <a:r>
              <a:rPr spc="-100" dirty="0"/>
              <a:t> </a:t>
            </a:r>
            <a:r>
              <a:rPr spc="85" dirty="0"/>
              <a:t>candidates,</a:t>
            </a:r>
            <a:r>
              <a:rPr spc="-100" dirty="0"/>
              <a:t> </a:t>
            </a:r>
            <a:r>
              <a:rPr spc="170" dirty="0"/>
              <a:t>and</a:t>
            </a:r>
            <a:r>
              <a:rPr spc="-100" dirty="0"/>
              <a:t> </a:t>
            </a:r>
            <a:r>
              <a:rPr spc="75" dirty="0"/>
              <a:t>rejected</a:t>
            </a:r>
            <a:r>
              <a:rPr spc="-100" dirty="0"/>
              <a:t> </a:t>
            </a:r>
            <a:r>
              <a:rPr spc="114" dirty="0"/>
              <a:t>candidates </a:t>
            </a:r>
            <a:r>
              <a:rPr dirty="0"/>
              <a:t>To</a:t>
            </a:r>
            <a:r>
              <a:rPr spc="100" dirty="0"/>
              <a:t>  </a:t>
            </a:r>
            <a:r>
              <a:rPr spc="50" dirty="0"/>
              <a:t>perform</a:t>
            </a:r>
            <a:r>
              <a:rPr spc="105" dirty="0"/>
              <a:t>  </a:t>
            </a:r>
            <a:r>
              <a:rPr spc="90" dirty="0"/>
              <a:t>department-</a:t>
            </a:r>
            <a:r>
              <a:rPr spc="55" dirty="0"/>
              <a:t>wise</a:t>
            </a:r>
            <a:r>
              <a:rPr spc="105" dirty="0"/>
              <a:t>  </a:t>
            </a:r>
            <a:r>
              <a:rPr spc="80" dirty="0"/>
              <a:t>analysis</a:t>
            </a:r>
            <a:r>
              <a:rPr spc="100" dirty="0"/>
              <a:t>  </a:t>
            </a:r>
            <a:r>
              <a:rPr dirty="0"/>
              <a:t>of</a:t>
            </a:r>
            <a:r>
              <a:rPr spc="105" dirty="0"/>
              <a:t>  </a:t>
            </a:r>
            <a:r>
              <a:rPr spc="-25" dirty="0"/>
              <a:t>job </a:t>
            </a:r>
            <a:r>
              <a:rPr spc="70" dirty="0"/>
              <a:t>applications</a:t>
            </a:r>
          </a:p>
          <a:p>
            <a:pPr marL="12700" marR="5080">
              <a:lnSpc>
                <a:spcPct val="117000"/>
              </a:lnSpc>
            </a:pPr>
            <a:r>
              <a:rPr dirty="0"/>
              <a:t>To</a:t>
            </a:r>
            <a:r>
              <a:rPr spc="220" dirty="0"/>
              <a:t> </a:t>
            </a:r>
            <a:r>
              <a:rPr spc="130" dirty="0"/>
              <a:t>compute</a:t>
            </a:r>
            <a:r>
              <a:rPr spc="220" dirty="0"/>
              <a:t> </a:t>
            </a:r>
            <a:r>
              <a:rPr spc="165" dirty="0"/>
              <a:t>average</a:t>
            </a:r>
            <a:r>
              <a:rPr spc="220" dirty="0"/>
              <a:t> </a:t>
            </a:r>
            <a:r>
              <a:rPr spc="95" dirty="0"/>
              <a:t>salary</a:t>
            </a:r>
            <a:r>
              <a:rPr spc="225" dirty="0"/>
              <a:t> </a:t>
            </a:r>
            <a:r>
              <a:rPr dirty="0"/>
              <a:t>offered</a:t>
            </a:r>
            <a:r>
              <a:rPr spc="220" dirty="0"/>
              <a:t> </a:t>
            </a:r>
            <a:r>
              <a:rPr dirty="0"/>
              <a:t>to</a:t>
            </a:r>
            <a:r>
              <a:rPr spc="225" dirty="0"/>
              <a:t> </a:t>
            </a:r>
            <a:r>
              <a:rPr spc="85" dirty="0"/>
              <a:t>selected </a:t>
            </a:r>
            <a:r>
              <a:rPr spc="114" dirty="0"/>
              <a:t>candidates</a:t>
            </a:r>
          </a:p>
          <a:p>
            <a:pPr marL="12700" marR="5080">
              <a:lnSpc>
                <a:spcPct val="117000"/>
              </a:lnSpc>
            </a:pPr>
            <a:r>
              <a:rPr dirty="0"/>
              <a:t>To</a:t>
            </a:r>
            <a:r>
              <a:rPr spc="635" dirty="0"/>
              <a:t> </a:t>
            </a:r>
            <a:r>
              <a:rPr spc="114" dirty="0"/>
              <a:t>generate</a:t>
            </a:r>
            <a:r>
              <a:rPr spc="635" dirty="0"/>
              <a:t> </a:t>
            </a:r>
            <a:r>
              <a:rPr spc="75" dirty="0"/>
              <a:t>meaningful</a:t>
            </a:r>
            <a:r>
              <a:rPr spc="635" dirty="0"/>
              <a:t> </a:t>
            </a:r>
            <a:r>
              <a:rPr dirty="0"/>
              <a:t>insights</a:t>
            </a:r>
            <a:r>
              <a:rPr spc="635" dirty="0"/>
              <a:t> </a:t>
            </a:r>
            <a:r>
              <a:rPr dirty="0"/>
              <a:t>from</a:t>
            </a:r>
            <a:r>
              <a:rPr spc="635" dirty="0"/>
              <a:t> </a:t>
            </a:r>
            <a:r>
              <a:rPr spc="125" dirty="0"/>
              <a:t>raw</a:t>
            </a:r>
            <a:r>
              <a:rPr spc="635" dirty="0"/>
              <a:t> </a:t>
            </a:r>
            <a:r>
              <a:rPr spc="-25" dirty="0"/>
              <a:t>HR </a:t>
            </a:r>
            <a:r>
              <a:rPr spc="185" dirty="0"/>
              <a:t>data</a:t>
            </a:r>
            <a:r>
              <a:rPr spc="-140" dirty="0"/>
              <a:t> </a:t>
            </a:r>
            <a:r>
              <a:rPr spc="-10" dirty="0"/>
              <a:t>for</a:t>
            </a:r>
            <a:r>
              <a:rPr spc="-140" dirty="0"/>
              <a:t> </a:t>
            </a:r>
            <a:r>
              <a:rPr spc="45" dirty="0"/>
              <a:t>decision-</a:t>
            </a:r>
            <a:r>
              <a:rPr spc="70" dirty="0"/>
              <a:t>making</a:t>
            </a:r>
          </a:p>
          <a:p>
            <a:pPr marL="12700" marR="5080">
              <a:lnSpc>
                <a:spcPct val="117000"/>
              </a:lnSpc>
              <a:spcBef>
                <a:spcPts val="5"/>
              </a:spcBef>
              <a:tabLst>
                <a:tab pos="736600" algn="l"/>
                <a:tab pos="3246120" algn="l"/>
                <a:tab pos="4375150" algn="l"/>
                <a:tab pos="6188075" algn="l"/>
                <a:tab pos="7183755" algn="l"/>
              </a:tabLst>
            </a:pPr>
            <a:r>
              <a:rPr spc="-25" dirty="0"/>
              <a:t>To</a:t>
            </a:r>
            <a:r>
              <a:rPr dirty="0"/>
              <a:t>	</a:t>
            </a:r>
            <a:r>
              <a:rPr spc="85" dirty="0"/>
              <a:t>demonstrate</a:t>
            </a:r>
            <a:r>
              <a:rPr dirty="0"/>
              <a:t>	</a:t>
            </a:r>
            <a:r>
              <a:rPr spc="165" dirty="0"/>
              <a:t>data</a:t>
            </a:r>
            <a:r>
              <a:rPr dirty="0"/>
              <a:t>	</a:t>
            </a:r>
            <a:r>
              <a:rPr spc="55" dirty="0"/>
              <a:t>handling</a:t>
            </a:r>
            <a:r>
              <a:rPr dirty="0"/>
              <a:t>	</a:t>
            </a:r>
            <a:r>
              <a:rPr spc="145" dirty="0"/>
              <a:t>and</a:t>
            </a:r>
            <a:r>
              <a:rPr dirty="0"/>
              <a:t>	</a:t>
            </a:r>
            <a:r>
              <a:rPr spc="114" dirty="0"/>
              <a:t>basic </a:t>
            </a:r>
            <a:r>
              <a:rPr spc="95" dirty="0"/>
              <a:t>analytics</a:t>
            </a:r>
            <a:r>
              <a:rPr spc="-60" dirty="0"/>
              <a:t> </a:t>
            </a:r>
            <a:r>
              <a:rPr dirty="0"/>
              <a:t>using</a:t>
            </a:r>
            <a:r>
              <a:rPr spc="-60" dirty="0"/>
              <a:t> </a:t>
            </a:r>
            <a:r>
              <a:rPr spc="335" dirty="0"/>
              <a:t>Java</a:t>
            </a:r>
            <a:r>
              <a:rPr spc="-60" dirty="0"/>
              <a:t> </a:t>
            </a:r>
            <a:r>
              <a:rPr spc="90" dirty="0"/>
              <a:t>programming</a:t>
            </a: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75301" y="2810882"/>
            <a:ext cx="4887754" cy="6287191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6916400" y="9334500"/>
            <a:ext cx="857250" cy="3714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spc="-135" dirty="0"/>
              <a:t> </a:t>
            </a:r>
            <a:fld id="{81D60167-4931-47E6-BA6A-407CBD079E47}" type="slidenum">
              <a:rPr spc="-60" dirty="0"/>
              <a:t>2</a:t>
            </a:fld>
            <a:endParaRPr spc="-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4332550"/>
            <a:ext cx="697230" cy="697230"/>
          </a:xfrm>
          <a:custGeom>
            <a:avLst/>
            <a:gdLst/>
            <a:ahLst/>
            <a:cxnLst/>
            <a:rect l="l" t="t" r="r" b="b"/>
            <a:pathLst>
              <a:path w="697230" h="697229">
                <a:moveTo>
                  <a:pt x="348615" y="697231"/>
                </a:moveTo>
                <a:lnTo>
                  <a:pt x="301310" y="694049"/>
                </a:lnTo>
                <a:lnTo>
                  <a:pt x="255939" y="684778"/>
                </a:lnTo>
                <a:lnTo>
                  <a:pt x="212918" y="669835"/>
                </a:lnTo>
                <a:lnTo>
                  <a:pt x="172662" y="649635"/>
                </a:lnTo>
                <a:lnTo>
                  <a:pt x="135587" y="624592"/>
                </a:lnTo>
                <a:lnTo>
                  <a:pt x="102107" y="595124"/>
                </a:lnTo>
                <a:lnTo>
                  <a:pt x="72638" y="561644"/>
                </a:lnTo>
                <a:lnTo>
                  <a:pt x="47596" y="524568"/>
                </a:lnTo>
                <a:lnTo>
                  <a:pt x="27395" y="484312"/>
                </a:lnTo>
                <a:lnTo>
                  <a:pt x="12452" y="441291"/>
                </a:lnTo>
                <a:lnTo>
                  <a:pt x="3182" y="395920"/>
                </a:lnTo>
                <a:lnTo>
                  <a:pt x="0" y="348615"/>
                </a:lnTo>
                <a:lnTo>
                  <a:pt x="3182" y="301310"/>
                </a:lnTo>
                <a:lnTo>
                  <a:pt x="12452" y="255939"/>
                </a:lnTo>
                <a:lnTo>
                  <a:pt x="27395" y="212918"/>
                </a:lnTo>
                <a:lnTo>
                  <a:pt x="47596" y="172662"/>
                </a:lnTo>
                <a:lnTo>
                  <a:pt x="72638" y="135587"/>
                </a:lnTo>
                <a:lnTo>
                  <a:pt x="102107" y="102107"/>
                </a:lnTo>
                <a:lnTo>
                  <a:pt x="135587" y="72638"/>
                </a:lnTo>
                <a:lnTo>
                  <a:pt x="172662" y="47596"/>
                </a:lnTo>
                <a:lnTo>
                  <a:pt x="212918" y="27395"/>
                </a:lnTo>
                <a:lnTo>
                  <a:pt x="255939" y="12452"/>
                </a:lnTo>
                <a:lnTo>
                  <a:pt x="301310" y="3182"/>
                </a:lnTo>
                <a:lnTo>
                  <a:pt x="348615" y="0"/>
                </a:lnTo>
                <a:lnTo>
                  <a:pt x="395920" y="3182"/>
                </a:lnTo>
                <a:lnTo>
                  <a:pt x="441291" y="12452"/>
                </a:lnTo>
                <a:lnTo>
                  <a:pt x="484312" y="27395"/>
                </a:lnTo>
                <a:lnTo>
                  <a:pt x="524568" y="47596"/>
                </a:lnTo>
                <a:lnTo>
                  <a:pt x="561644" y="72638"/>
                </a:lnTo>
                <a:lnTo>
                  <a:pt x="595124" y="102107"/>
                </a:lnTo>
                <a:lnTo>
                  <a:pt x="624592" y="135587"/>
                </a:lnTo>
                <a:lnTo>
                  <a:pt x="649635" y="172662"/>
                </a:lnTo>
                <a:lnTo>
                  <a:pt x="669835" y="212918"/>
                </a:lnTo>
                <a:lnTo>
                  <a:pt x="684778" y="255939"/>
                </a:lnTo>
                <a:lnTo>
                  <a:pt x="694048" y="301310"/>
                </a:lnTo>
                <a:lnTo>
                  <a:pt x="697231" y="348615"/>
                </a:lnTo>
                <a:lnTo>
                  <a:pt x="694048" y="395920"/>
                </a:lnTo>
                <a:lnTo>
                  <a:pt x="684778" y="441291"/>
                </a:lnTo>
                <a:lnTo>
                  <a:pt x="669835" y="484312"/>
                </a:lnTo>
                <a:lnTo>
                  <a:pt x="649635" y="524568"/>
                </a:lnTo>
                <a:lnTo>
                  <a:pt x="624592" y="561644"/>
                </a:lnTo>
                <a:lnTo>
                  <a:pt x="595124" y="595124"/>
                </a:lnTo>
                <a:lnTo>
                  <a:pt x="561644" y="624592"/>
                </a:lnTo>
                <a:lnTo>
                  <a:pt x="524568" y="649635"/>
                </a:lnTo>
                <a:lnTo>
                  <a:pt x="484312" y="669835"/>
                </a:lnTo>
                <a:lnTo>
                  <a:pt x="441291" y="684778"/>
                </a:lnTo>
                <a:lnTo>
                  <a:pt x="395920" y="694049"/>
                </a:lnTo>
                <a:lnTo>
                  <a:pt x="348615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47041" y="4332550"/>
            <a:ext cx="8399780" cy="697230"/>
          </a:xfrm>
          <a:custGeom>
            <a:avLst/>
            <a:gdLst/>
            <a:ahLst/>
            <a:cxnLst/>
            <a:rect l="l" t="t" r="r" b="b"/>
            <a:pathLst>
              <a:path w="8399780" h="697229">
                <a:moveTo>
                  <a:pt x="8050962" y="697231"/>
                </a:moveTo>
                <a:lnTo>
                  <a:pt x="348615" y="697231"/>
                </a:lnTo>
                <a:lnTo>
                  <a:pt x="302792" y="694208"/>
                </a:lnTo>
                <a:lnTo>
                  <a:pt x="258141" y="685287"/>
                </a:lnTo>
                <a:lnTo>
                  <a:pt x="215206" y="670694"/>
                </a:lnTo>
                <a:lnTo>
                  <a:pt x="174527" y="650653"/>
                </a:lnTo>
                <a:lnTo>
                  <a:pt x="136647" y="625388"/>
                </a:lnTo>
                <a:lnTo>
                  <a:pt x="102107" y="595124"/>
                </a:lnTo>
                <a:lnTo>
                  <a:pt x="71843" y="560584"/>
                </a:lnTo>
                <a:lnTo>
                  <a:pt x="46578" y="522703"/>
                </a:lnTo>
                <a:lnTo>
                  <a:pt x="26536" y="482024"/>
                </a:lnTo>
                <a:lnTo>
                  <a:pt x="11943" y="439089"/>
                </a:lnTo>
                <a:lnTo>
                  <a:pt x="3023" y="394439"/>
                </a:lnTo>
                <a:lnTo>
                  <a:pt x="0" y="348615"/>
                </a:lnTo>
                <a:lnTo>
                  <a:pt x="3023" y="302792"/>
                </a:lnTo>
                <a:lnTo>
                  <a:pt x="11943" y="258141"/>
                </a:lnTo>
                <a:lnTo>
                  <a:pt x="26536" y="215206"/>
                </a:lnTo>
                <a:lnTo>
                  <a:pt x="46578" y="174527"/>
                </a:lnTo>
                <a:lnTo>
                  <a:pt x="71843" y="136647"/>
                </a:lnTo>
                <a:lnTo>
                  <a:pt x="102107" y="102107"/>
                </a:lnTo>
                <a:lnTo>
                  <a:pt x="136647" y="71842"/>
                </a:lnTo>
                <a:lnTo>
                  <a:pt x="174527" y="46577"/>
                </a:lnTo>
                <a:lnTo>
                  <a:pt x="215206" y="26536"/>
                </a:lnTo>
                <a:lnTo>
                  <a:pt x="258141" y="11943"/>
                </a:lnTo>
                <a:lnTo>
                  <a:pt x="302792" y="3023"/>
                </a:lnTo>
                <a:lnTo>
                  <a:pt x="348615" y="0"/>
                </a:lnTo>
                <a:lnTo>
                  <a:pt x="8050962" y="0"/>
                </a:lnTo>
                <a:lnTo>
                  <a:pt x="8096785" y="3023"/>
                </a:lnTo>
                <a:lnTo>
                  <a:pt x="8141436" y="11943"/>
                </a:lnTo>
                <a:lnTo>
                  <a:pt x="8184371" y="26536"/>
                </a:lnTo>
                <a:lnTo>
                  <a:pt x="8225050" y="46577"/>
                </a:lnTo>
                <a:lnTo>
                  <a:pt x="8262930" y="71842"/>
                </a:lnTo>
                <a:lnTo>
                  <a:pt x="8297470" y="102107"/>
                </a:lnTo>
                <a:lnTo>
                  <a:pt x="8327734" y="136647"/>
                </a:lnTo>
                <a:lnTo>
                  <a:pt x="8352999" y="174527"/>
                </a:lnTo>
                <a:lnTo>
                  <a:pt x="8373041" y="215206"/>
                </a:lnTo>
                <a:lnTo>
                  <a:pt x="8387634" y="258141"/>
                </a:lnTo>
                <a:lnTo>
                  <a:pt x="8396554" y="302792"/>
                </a:lnTo>
                <a:lnTo>
                  <a:pt x="8399578" y="348615"/>
                </a:lnTo>
                <a:lnTo>
                  <a:pt x="8396554" y="394439"/>
                </a:lnTo>
                <a:lnTo>
                  <a:pt x="8387634" y="439089"/>
                </a:lnTo>
                <a:lnTo>
                  <a:pt x="8373041" y="482024"/>
                </a:lnTo>
                <a:lnTo>
                  <a:pt x="8352999" y="522703"/>
                </a:lnTo>
                <a:lnTo>
                  <a:pt x="8327734" y="560584"/>
                </a:lnTo>
                <a:lnTo>
                  <a:pt x="8297470" y="595124"/>
                </a:lnTo>
                <a:lnTo>
                  <a:pt x="8262930" y="625388"/>
                </a:lnTo>
                <a:lnTo>
                  <a:pt x="8225050" y="650653"/>
                </a:lnTo>
                <a:lnTo>
                  <a:pt x="8184371" y="670694"/>
                </a:lnTo>
                <a:lnTo>
                  <a:pt x="8141436" y="685287"/>
                </a:lnTo>
                <a:lnTo>
                  <a:pt x="8096785" y="694208"/>
                </a:lnTo>
                <a:lnTo>
                  <a:pt x="8050962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73644" y="4478632"/>
            <a:ext cx="814641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1700AC"/>
                </a:solidFill>
                <a:latin typeface="Lucida Sans Unicode"/>
                <a:cs typeface="Lucida Sans Unicode"/>
              </a:rPr>
              <a:t>Reads</a:t>
            </a:r>
            <a:r>
              <a:rPr sz="2500" spc="-13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1700AC"/>
                </a:solidFill>
                <a:latin typeface="Lucida Sans Unicode"/>
                <a:cs typeface="Lucida Sans Unicode"/>
              </a:rPr>
              <a:t>HR</a:t>
            </a:r>
            <a:r>
              <a:rPr sz="2500" spc="-12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1700AC"/>
                </a:solidFill>
                <a:latin typeface="Lucida Sans Unicode"/>
                <a:cs typeface="Lucida Sans Unicode"/>
              </a:rPr>
              <a:t>recruitment</a:t>
            </a:r>
            <a:r>
              <a:rPr sz="2500" spc="-12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1700AC"/>
                </a:solidFill>
                <a:latin typeface="Lucida Sans Unicode"/>
                <a:cs typeface="Lucida Sans Unicode"/>
              </a:rPr>
              <a:t>data</a:t>
            </a:r>
            <a:r>
              <a:rPr sz="2500" spc="-12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500" spc="-20" dirty="0">
                <a:solidFill>
                  <a:srgbClr val="1700AC"/>
                </a:solidFill>
                <a:latin typeface="Lucida Sans Unicode"/>
                <a:cs typeface="Lucida Sans Unicode"/>
              </a:rPr>
              <a:t>from</a:t>
            </a:r>
            <a:r>
              <a:rPr sz="2500" spc="-12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1700AC"/>
                </a:solidFill>
                <a:latin typeface="Lucida Sans Unicode"/>
                <a:cs typeface="Lucida Sans Unicode"/>
              </a:rPr>
              <a:t>a</a:t>
            </a:r>
            <a:r>
              <a:rPr sz="2500" spc="-12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500" spc="50" dirty="0">
                <a:solidFill>
                  <a:srgbClr val="1700AC"/>
                </a:solidFill>
                <a:latin typeface="Lucida Sans Unicode"/>
                <a:cs typeface="Lucida Sans Unicode"/>
              </a:rPr>
              <a:t>CSV</a:t>
            </a:r>
            <a:r>
              <a:rPr sz="2500" spc="-12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1700AC"/>
                </a:solidFill>
                <a:latin typeface="Lucida Sans Unicode"/>
                <a:cs typeface="Lucida Sans Unicode"/>
              </a:rPr>
              <a:t>file</a:t>
            </a:r>
            <a:r>
              <a:rPr sz="2500" spc="-12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500" spc="-70" dirty="0">
                <a:solidFill>
                  <a:srgbClr val="1700AC"/>
                </a:solidFill>
                <a:latin typeface="Lucida Sans Unicode"/>
                <a:cs typeface="Lucida Sans Unicode"/>
              </a:rPr>
              <a:t>using</a:t>
            </a:r>
            <a:r>
              <a:rPr sz="2500" spc="-12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500" spc="150" dirty="0">
                <a:solidFill>
                  <a:srgbClr val="1700AC"/>
                </a:solidFill>
                <a:latin typeface="Lucida Sans Unicode"/>
                <a:cs typeface="Lucida Sans Unicode"/>
              </a:rPr>
              <a:t>Java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8699" y="5364007"/>
            <a:ext cx="697230" cy="697230"/>
          </a:xfrm>
          <a:custGeom>
            <a:avLst/>
            <a:gdLst/>
            <a:ahLst/>
            <a:cxnLst/>
            <a:rect l="l" t="t" r="r" b="b"/>
            <a:pathLst>
              <a:path w="697230" h="697229">
                <a:moveTo>
                  <a:pt x="348615" y="697231"/>
                </a:moveTo>
                <a:lnTo>
                  <a:pt x="301310" y="694049"/>
                </a:lnTo>
                <a:lnTo>
                  <a:pt x="255939" y="684778"/>
                </a:lnTo>
                <a:lnTo>
                  <a:pt x="212918" y="669835"/>
                </a:lnTo>
                <a:lnTo>
                  <a:pt x="172662" y="649635"/>
                </a:lnTo>
                <a:lnTo>
                  <a:pt x="135587" y="624592"/>
                </a:lnTo>
                <a:lnTo>
                  <a:pt x="102107" y="595124"/>
                </a:lnTo>
                <a:lnTo>
                  <a:pt x="72638" y="561644"/>
                </a:lnTo>
                <a:lnTo>
                  <a:pt x="47596" y="524568"/>
                </a:lnTo>
                <a:lnTo>
                  <a:pt x="27395" y="484312"/>
                </a:lnTo>
                <a:lnTo>
                  <a:pt x="12452" y="441291"/>
                </a:lnTo>
                <a:lnTo>
                  <a:pt x="3182" y="395920"/>
                </a:lnTo>
                <a:lnTo>
                  <a:pt x="0" y="348615"/>
                </a:lnTo>
                <a:lnTo>
                  <a:pt x="3182" y="301310"/>
                </a:lnTo>
                <a:lnTo>
                  <a:pt x="12452" y="255939"/>
                </a:lnTo>
                <a:lnTo>
                  <a:pt x="27395" y="212918"/>
                </a:lnTo>
                <a:lnTo>
                  <a:pt x="47596" y="172662"/>
                </a:lnTo>
                <a:lnTo>
                  <a:pt x="72638" y="135586"/>
                </a:lnTo>
                <a:lnTo>
                  <a:pt x="102107" y="102107"/>
                </a:lnTo>
                <a:lnTo>
                  <a:pt x="135587" y="72638"/>
                </a:lnTo>
                <a:lnTo>
                  <a:pt x="172662" y="47596"/>
                </a:lnTo>
                <a:lnTo>
                  <a:pt x="212918" y="27395"/>
                </a:lnTo>
                <a:lnTo>
                  <a:pt x="255939" y="12452"/>
                </a:lnTo>
                <a:lnTo>
                  <a:pt x="301310" y="3182"/>
                </a:lnTo>
                <a:lnTo>
                  <a:pt x="348615" y="0"/>
                </a:lnTo>
                <a:lnTo>
                  <a:pt x="395920" y="3182"/>
                </a:lnTo>
                <a:lnTo>
                  <a:pt x="441291" y="12452"/>
                </a:lnTo>
                <a:lnTo>
                  <a:pt x="484312" y="27395"/>
                </a:lnTo>
                <a:lnTo>
                  <a:pt x="524568" y="47596"/>
                </a:lnTo>
                <a:lnTo>
                  <a:pt x="561644" y="72638"/>
                </a:lnTo>
                <a:lnTo>
                  <a:pt x="595124" y="102107"/>
                </a:lnTo>
                <a:lnTo>
                  <a:pt x="624592" y="135586"/>
                </a:lnTo>
                <a:lnTo>
                  <a:pt x="649635" y="172662"/>
                </a:lnTo>
                <a:lnTo>
                  <a:pt x="669835" y="212918"/>
                </a:lnTo>
                <a:lnTo>
                  <a:pt x="684778" y="255939"/>
                </a:lnTo>
                <a:lnTo>
                  <a:pt x="694048" y="301310"/>
                </a:lnTo>
                <a:lnTo>
                  <a:pt x="697231" y="348615"/>
                </a:lnTo>
                <a:lnTo>
                  <a:pt x="694048" y="395920"/>
                </a:lnTo>
                <a:lnTo>
                  <a:pt x="684778" y="441291"/>
                </a:lnTo>
                <a:lnTo>
                  <a:pt x="669835" y="484312"/>
                </a:lnTo>
                <a:lnTo>
                  <a:pt x="649635" y="524568"/>
                </a:lnTo>
                <a:lnTo>
                  <a:pt x="624592" y="561644"/>
                </a:lnTo>
                <a:lnTo>
                  <a:pt x="595124" y="595124"/>
                </a:lnTo>
                <a:lnTo>
                  <a:pt x="561644" y="624592"/>
                </a:lnTo>
                <a:lnTo>
                  <a:pt x="524568" y="649635"/>
                </a:lnTo>
                <a:lnTo>
                  <a:pt x="484312" y="669835"/>
                </a:lnTo>
                <a:lnTo>
                  <a:pt x="441291" y="684778"/>
                </a:lnTo>
                <a:lnTo>
                  <a:pt x="395920" y="694049"/>
                </a:lnTo>
                <a:lnTo>
                  <a:pt x="348615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47041" y="5364007"/>
            <a:ext cx="9606280" cy="826135"/>
          </a:xfrm>
          <a:custGeom>
            <a:avLst/>
            <a:gdLst/>
            <a:ahLst/>
            <a:cxnLst/>
            <a:rect l="l" t="t" r="r" b="b"/>
            <a:pathLst>
              <a:path w="9606280" h="826135">
                <a:moveTo>
                  <a:pt x="9193301" y="825590"/>
                </a:moveTo>
                <a:lnTo>
                  <a:pt x="412795" y="825590"/>
                </a:lnTo>
                <a:lnTo>
                  <a:pt x="364654" y="822813"/>
                </a:lnTo>
                <a:lnTo>
                  <a:pt x="318145" y="814688"/>
                </a:lnTo>
                <a:lnTo>
                  <a:pt x="273576" y="801525"/>
                </a:lnTo>
                <a:lnTo>
                  <a:pt x="231258" y="783633"/>
                </a:lnTo>
                <a:lnTo>
                  <a:pt x="191500" y="761323"/>
                </a:lnTo>
                <a:lnTo>
                  <a:pt x="154612" y="734903"/>
                </a:lnTo>
                <a:lnTo>
                  <a:pt x="120904" y="704685"/>
                </a:lnTo>
                <a:lnTo>
                  <a:pt x="90686" y="670977"/>
                </a:lnTo>
                <a:lnTo>
                  <a:pt x="64267" y="634089"/>
                </a:lnTo>
                <a:lnTo>
                  <a:pt x="41956" y="594332"/>
                </a:lnTo>
                <a:lnTo>
                  <a:pt x="24065" y="552013"/>
                </a:lnTo>
                <a:lnTo>
                  <a:pt x="10902" y="507445"/>
                </a:lnTo>
                <a:lnTo>
                  <a:pt x="2777" y="460935"/>
                </a:lnTo>
                <a:lnTo>
                  <a:pt x="0" y="412795"/>
                </a:lnTo>
                <a:lnTo>
                  <a:pt x="2777" y="364654"/>
                </a:lnTo>
                <a:lnTo>
                  <a:pt x="10902" y="318145"/>
                </a:lnTo>
                <a:lnTo>
                  <a:pt x="24065" y="273576"/>
                </a:lnTo>
                <a:lnTo>
                  <a:pt x="41956" y="231258"/>
                </a:lnTo>
                <a:lnTo>
                  <a:pt x="64267" y="191500"/>
                </a:lnTo>
                <a:lnTo>
                  <a:pt x="90686" y="154612"/>
                </a:lnTo>
                <a:lnTo>
                  <a:pt x="120904" y="120904"/>
                </a:lnTo>
                <a:lnTo>
                  <a:pt x="154612" y="90686"/>
                </a:lnTo>
                <a:lnTo>
                  <a:pt x="191500" y="64267"/>
                </a:lnTo>
                <a:lnTo>
                  <a:pt x="231258" y="41956"/>
                </a:lnTo>
                <a:lnTo>
                  <a:pt x="273576" y="24065"/>
                </a:lnTo>
                <a:lnTo>
                  <a:pt x="318145" y="10902"/>
                </a:lnTo>
                <a:lnTo>
                  <a:pt x="364654" y="2777"/>
                </a:lnTo>
                <a:lnTo>
                  <a:pt x="412795" y="0"/>
                </a:lnTo>
                <a:lnTo>
                  <a:pt x="9193301" y="0"/>
                </a:lnTo>
                <a:lnTo>
                  <a:pt x="9241442" y="2777"/>
                </a:lnTo>
                <a:lnTo>
                  <a:pt x="9287952" y="10902"/>
                </a:lnTo>
                <a:lnTo>
                  <a:pt x="9332520" y="24065"/>
                </a:lnTo>
                <a:lnTo>
                  <a:pt x="9374838" y="41956"/>
                </a:lnTo>
                <a:lnTo>
                  <a:pt x="9414596" y="64267"/>
                </a:lnTo>
                <a:lnTo>
                  <a:pt x="9451484" y="90686"/>
                </a:lnTo>
                <a:lnTo>
                  <a:pt x="9485192" y="120904"/>
                </a:lnTo>
                <a:lnTo>
                  <a:pt x="9515410" y="154612"/>
                </a:lnTo>
                <a:lnTo>
                  <a:pt x="9541830" y="191500"/>
                </a:lnTo>
                <a:lnTo>
                  <a:pt x="9564140" y="231258"/>
                </a:lnTo>
                <a:lnTo>
                  <a:pt x="9582032" y="273576"/>
                </a:lnTo>
                <a:lnTo>
                  <a:pt x="9595195" y="318145"/>
                </a:lnTo>
                <a:lnTo>
                  <a:pt x="9603320" y="364654"/>
                </a:lnTo>
                <a:lnTo>
                  <a:pt x="9606097" y="412795"/>
                </a:lnTo>
                <a:lnTo>
                  <a:pt x="9603320" y="460935"/>
                </a:lnTo>
                <a:lnTo>
                  <a:pt x="9595195" y="507445"/>
                </a:lnTo>
                <a:lnTo>
                  <a:pt x="9582032" y="552013"/>
                </a:lnTo>
                <a:lnTo>
                  <a:pt x="9564140" y="594332"/>
                </a:lnTo>
                <a:lnTo>
                  <a:pt x="9541830" y="634089"/>
                </a:lnTo>
                <a:lnTo>
                  <a:pt x="9515410" y="670977"/>
                </a:lnTo>
                <a:lnTo>
                  <a:pt x="9485192" y="704685"/>
                </a:lnTo>
                <a:lnTo>
                  <a:pt x="9451484" y="734903"/>
                </a:lnTo>
                <a:lnTo>
                  <a:pt x="9414596" y="761323"/>
                </a:lnTo>
                <a:lnTo>
                  <a:pt x="9374838" y="783633"/>
                </a:lnTo>
                <a:lnTo>
                  <a:pt x="9332520" y="801525"/>
                </a:lnTo>
                <a:lnTo>
                  <a:pt x="9287952" y="814688"/>
                </a:lnTo>
                <a:lnTo>
                  <a:pt x="9241442" y="822813"/>
                </a:lnTo>
                <a:lnTo>
                  <a:pt x="9193301" y="825590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8699" y="6395464"/>
            <a:ext cx="697230" cy="697230"/>
          </a:xfrm>
          <a:custGeom>
            <a:avLst/>
            <a:gdLst/>
            <a:ahLst/>
            <a:cxnLst/>
            <a:rect l="l" t="t" r="r" b="b"/>
            <a:pathLst>
              <a:path w="697230" h="697229">
                <a:moveTo>
                  <a:pt x="348615" y="697231"/>
                </a:moveTo>
                <a:lnTo>
                  <a:pt x="301310" y="694049"/>
                </a:lnTo>
                <a:lnTo>
                  <a:pt x="255939" y="684778"/>
                </a:lnTo>
                <a:lnTo>
                  <a:pt x="212918" y="669835"/>
                </a:lnTo>
                <a:lnTo>
                  <a:pt x="172662" y="649635"/>
                </a:lnTo>
                <a:lnTo>
                  <a:pt x="135587" y="624593"/>
                </a:lnTo>
                <a:lnTo>
                  <a:pt x="102107" y="595124"/>
                </a:lnTo>
                <a:lnTo>
                  <a:pt x="72638" y="561644"/>
                </a:lnTo>
                <a:lnTo>
                  <a:pt x="47596" y="524568"/>
                </a:lnTo>
                <a:lnTo>
                  <a:pt x="27395" y="484312"/>
                </a:lnTo>
                <a:lnTo>
                  <a:pt x="12452" y="441291"/>
                </a:lnTo>
                <a:lnTo>
                  <a:pt x="3182" y="395920"/>
                </a:lnTo>
                <a:lnTo>
                  <a:pt x="0" y="348615"/>
                </a:lnTo>
                <a:lnTo>
                  <a:pt x="3182" y="301310"/>
                </a:lnTo>
                <a:lnTo>
                  <a:pt x="12452" y="255939"/>
                </a:lnTo>
                <a:lnTo>
                  <a:pt x="27395" y="212918"/>
                </a:lnTo>
                <a:lnTo>
                  <a:pt x="47596" y="172662"/>
                </a:lnTo>
                <a:lnTo>
                  <a:pt x="72638" y="135587"/>
                </a:lnTo>
                <a:lnTo>
                  <a:pt x="102107" y="102107"/>
                </a:lnTo>
                <a:lnTo>
                  <a:pt x="135587" y="72638"/>
                </a:lnTo>
                <a:lnTo>
                  <a:pt x="172662" y="47596"/>
                </a:lnTo>
                <a:lnTo>
                  <a:pt x="212918" y="27395"/>
                </a:lnTo>
                <a:lnTo>
                  <a:pt x="255939" y="12452"/>
                </a:lnTo>
                <a:lnTo>
                  <a:pt x="301310" y="3182"/>
                </a:lnTo>
                <a:lnTo>
                  <a:pt x="348615" y="0"/>
                </a:lnTo>
                <a:lnTo>
                  <a:pt x="395920" y="3182"/>
                </a:lnTo>
                <a:lnTo>
                  <a:pt x="441291" y="12452"/>
                </a:lnTo>
                <a:lnTo>
                  <a:pt x="484312" y="27395"/>
                </a:lnTo>
                <a:lnTo>
                  <a:pt x="524568" y="47596"/>
                </a:lnTo>
                <a:lnTo>
                  <a:pt x="561644" y="72638"/>
                </a:lnTo>
                <a:lnTo>
                  <a:pt x="595124" y="102107"/>
                </a:lnTo>
                <a:lnTo>
                  <a:pt x="624592" y="135587"/>
                </a:lnTo>
                <a:lnTo>
                  <a:pt x="649635" y="172662"/>
                </a:lnTo>
                <a:lnTo>
                  <a:pt x="669835" y="212918"/>
                </a:lnTo>
                <a:lnTo>
                  <a:pt x="684778" y="255939"/>
                </a:lnTo>
                <a:lnTo>
                  <a:pt x="694048" y="301310"/>
                </a:lnTo>
                <a:lnTo>
                  <a:pt x="697231" y="348615"/>
                </a:lnTo>
                <a:lnTo>
                  <a:pt x="694048" y="395920"/>
                </a:lnTo>
                <a:lnTo>
                  <a:pt x="684778" y="441291"/>
                </a:lnTo>
                <a:lnTo>
                  <a:pt x="669835" y="484312"/>
                </a:lnTo>
                <a:lnTo>
                  <a:pt x="649635" y="524568"/>
                </a:lnTo>
                <a:lnTo>
                  <a:pt x="624592" y="561644"/>
                </a:lnTo>
                <a:lnTo>
                  <a:pt x="595124" y="595124"/>
                </a:lnTo>
                <a:lnTo>
                  <a:pt x="561644" y="624593"/>
                </a:lnTo>
                <a:lnTo>
                  <a:pt x="524568" y="649635"/>
                </a:lnTo>
                <a:lnTo>
                  <a:pt x="484312" y="669835"/>
                </a:lnTo>
                <a:lnTo>
                  <a:pt x="441291" y="684778"/>
                </a:lnTo>
                <a:lnTo>
                  <a:pt x="395920" y="694049"/>
                </a:lnTo>
                <a:lnTo>
                  <a:pt x="348615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47041" y="6395464"/>
            <a:ext cx="8399780" cy="697230"/>
          </a:xfrm>
          <a:custGeom>
            <a:avLst/>
            <a:gdLst/>
            <a:ahLst/>
            <a:cxnLst/>
            <a:rect l="l" t="t" r="r" b="b"/>
            <a:pathLst>
              <a:path w="8399780" h="697229">
                <a:moveTo>
                  <a:pt x="8050962" y="697231"/>
                </a:moveTo>
                <a:lnTo>
                  <a:pt x="348615" y="697231"/>
                </a:lnTo>
                <a:lnTo>
                  <a:pt x="302792" y="694208"/>
                </a:lnTo>
                <a:lnTo>
                  <a:pt x="258141" y="685287"/>
                </a:lnTo>
                <a:lnTo>
                  <a:pt x="215206" y="670694"/>
                </a:lnTo>
                <a:lnTo>
                  <a:pt x="174527" y="650653"/>
                </a:lnTo>
                <a:lnTo>
                  <a:pt x="136647" y="625388"/>
                </a:lnTo>
                <a:lnTo>
                  <a:pt x="102107" y="595124"/>
                </a:lnTo>
                <a:lnTo>
                  <a:pt x="71843" y="560584"/>
                </a:lnTo>
                <a:lnTo>
                  <a:pt x="46578" y="522704"/>
                </a:lnTo>
                <a:lnTo>
                  <a:pt x="26536" y="482025"/>
                </a:lnTo>
                <a:lnTo>
                  <a:pt x="11943" y="439089"/>
                </a:lnTo>
                <a:lnTo>
                  <a:pt x="3023" y="394439"/>
                </a:lnTo>
                <a:lnTo>
                  <a:pt x="0" y="348615"/>
                </a:lnTo>
                <a:lnTo>
                  <a:pt x="3023" y="302792"/>
                </a:lnTo>
                <a:lnTo>
                  <a:pt x="11943" y="258141"/>
                </a:lnTo>
                <a:lnTo>
                  <a:pt x="26536" y="215206"/>
                </a:lnTo>
                <a:lnTo>
                  <a:pt x="46578" y="174527"/>
                </a:lnTo>
                <a:lnTo>
                  <a:pt x="71843" y="136647"/>
                </a:lnTo>
                <a:lnTo>
                  <a:pt x="102107" y="102107"/>
                </a:lnTo>
                <a:lnTo>
                  <a:pt x="136647" y="71843"/>
                </a:lnTo>
                <a:lnTo>
                  <a:pt x="174527" y="46578"/>
                </a:lnTo>
                <a:lnTo>
                  <a:pt x="215206" y="26536"/>
                </a:lnTo>
                <a:lnTo>
                  <a:pt x="258141" y="11943"/>
                </a:lnTo>
                <a:lnTo>
                  <a:pt x="302792" y="3023"/>
                </a:lnTo>
                <a:lnTo>
                  <a:pt x="348615" y="0"/>
                </a:lnTo>
                <a:lnTo>
                  <a:pt x="8050962" y="0"/>
                </a:lnTo>
                <a:lnTo>
                  <a:pt x="8096785" y="3023"/>
                </a:lnTo>
                <a:lnTo>
                  <a:pt x="8141436" y="11943"/>
                </a:lnTo>
                <a:lnTo>
                  <a:pt x="8184371" y="26536"/>
                </a:lnTo>
                <a:lnTo>
                  <a:pt x="8225050" y="46578"/>
                </a:lnTo>
                <a:lnTo>
                  <a:pt x="8262930" y="71843"/>
                </a:lnTo>
                <a:lnTo>
                  <a:pt x="8297470" y="102107"/>
                </a:lnTo>
                <a:lnTo>
                  <a:pt x="8327734" y="136647"/>
                </a:lnTo>
                <a:lnTo>
                  <a:pt x="8352999" y="174527"/>
                </a:lnTo>
                <a:lnTo>
                  <a:pt x="8373041" y="215206"/>
                </a:lnTo>
                <a:lnTo>
                  <a:pt x="8387634" y="258141"/>
                </a:lnTo>
                <a:lnTo>
                  <a:pt x="8396554" y="302792"/>
                </a:lnTo>
                <a:lnTo>
                  <a:pt x="8399578" y="348615"/>
                </a:lnTo>
                <a:lnTo>
                  <a:pt x="8396554" y="394439"/>
                </a:lnTo>
                <a:lnTo>
                  <a:pt x="8387634" y="439089"/>
                </a:lnTo>
                <a:lnTo>
                  <a:pt x="8373041" y="482025"/>
                </a:lnTo>
                <a:lnTo>
                  <a:pt x="8352999" y="522704"/>
                </a:lnTo>
                <a:lnTo>
                  <a:pt x="8327734" y="560584"/>
                </a:lnTo>
                <a:lnTo>
                  <a:pt x="8297470" y="595124"/>
                </a:lnTo>
                <a:lnTo>
                  <a:pt x="8262930" y="625388"/>
                </a:lnTo>
                <a:lnTo>
                  <a:pt x="8225050" y="650653"/>
                </a:lnTo>
                <a:lnTo>
                  <a:pt x="8184371" y="670694"/>
                </a:lnTo>
                <a:lnTo>
                  <a:pt x="8141436" y="685287"/>
                </a:lnTo>
                <a:lnTo>
                  <a:pt x="8096785" y="694208"/>
                </a:lnTo>
                <a:lnTo>
                  <a:pt x="8050962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8699" y="7426920"/>
            <a:ext cx="697230" cy="697230"/>
          </a:xfrm>
          <a:custGeom>
            <a:avLst/>
            <a:gdLst/>
            <a:ahLst/>
            <a:cxnLst/>
            <a:rect l="l" t="t" r="r" b="b"/>
            <a:pathLst>
              <a:path w="697230" h="697229">
                <a:moveTo>
                  <a:pt x="348615" y="697231"/>
                </a:moveTo>
                <a:lnTo>
                  <a:pt x="301310" y="694049"/>
                </a:lnTo>
                <a:lnTo>
                  <a:pt x="255939" y="684778"/>
                </a:lnTo>
                <a:lnTo>
                  <a:pt x="212918" y="669835"/>
                </a:lnTo>
                <a:lnTo>
                  <a:pt x="172662" y="649635"/>
                </a:lnTo>
                <a:lnTo>
                  <a:pt x="135587" y="624593"/>
                </a:lnTo>
                <a:lnTo>
                  <a:pt x="102107" y="595124"/>
                </a:lnTo>
                <a:lnTo>
                  <a:pt x="72638" y="561644"/>
                </a:lnTo>
                <a:lnTo>
                  <a:pt x="47596" y="524568"/>
                </a:lnTo>
                <a:lnTo>
                  <a:pt x="27395" y="484312"/>
                </a:lnTo>
                <a:lnTo>
                  <a:pt x="12452" y="441291"/>
                </a:lnTo>
                <a:lnTo>
                  <a:pt x="3182" y="395920"/>
                </a:lnTo>
                <a:lnTo>
                  <a:pt x="0" y="348615"/>
                </a:lnTo>
                <a:lnTo>
                  <a:pt x="3182" y="301310"/>
                </a:lnTo>
                <a:lnTo>
                  <a:pt x="12452" y="255939"/>
                </a:lnTo>
                <a:lnTo>
                  <a:pt x="27395" y="212918"/>
                </a:lnTo>
                <a:lnTo>
                  <a:pt x="47596" y="172662"/>
                </a:lnTo>
                <a:lnTo>
                  <a:pt x="72638" y="135587"/>
                </a:lnTo>
                <a:lnTo>
                  <a:pt x="102107" y="102107"/>
                </a:lnTo>
                <a:lnTo>
                  <a:pt x="135587" y="72638"/>
                </a:lnTo>
                <a:lnTo>
                  <a:pt x="172662" y="47596"/>
                </a:lnTo>
                <a:lnTo>
                  <a:pt x="212918" y="27395"/>
                </a:lnTo>
                <a:lnTo>
                  <a:pt x="255939" y="12452"/>
                </a:lnTo>
                <a:lnTo>
                  <a:pt x="301310" y="3182"/>
                </a:lnTo>
                <a:lnTo>
                  <a:pt x="348615" y="0"/>
                </a:lnTo>
                <a:lnTo>
                  <a:pt x="395920" y="3182"/>
                </a:lnTo>
                <a:lnTo>
                  <a:pt x="441291" y="12452"/>
                </a:lnTo>
                <a:lnTo>
                  <a:pt x="484312" y="27395"/>
                </a:lnTo>
                <a:lnTo>
                  <a:pt x="524568" y="47596"/>
                </a:lnTo>
                <a:lnTo>
                  <a:pt x="561644" y="72638"/>
                </a:lnTo>
                <a:lnTo>
                  <a:pt x="595124" y="102107"/>
                </a:lnTo>
                <a:lnTo>
                  <a:pt x="624592" y="135587"/>
                </a:lnTo>
                <a:lnTo>
                  <a:pt x="649635" y="172662"/>
                </a:lnTo>
                <a:lnTo>
                  <a:pt x="669835" y="212918"/>
                </a:lnTo>
                <a:lnTo>
                  <a:pt x="684778" y="255939"/>
                </a:lnTo>
                <a:lnTo>
                  <a:pt x="694048" y="301310"/>
                </a:lnTo>
                <a:lnTo>
                  <a:pt x="697231" y="348615"/>
                </a:lnTo>
                <a:lnTo>
                  <a:pt x="694048" y="395920"/>
                </a:lnTo>
                <a:lnTo>
                  <a:pt x="684778" y="441291"/>
                </a:lnTo>
                <a:lnTo>
                  <a:pt x="669835" y="484312"/>
                </a:lnTo>
                <a:lnTo>
                  <a:pt x="649635" y="524568"/>
                </a:lnTo>
                <a:lnTo>
                  <a:pt x="624592" y="561644"/>
                </a:lnTo>
                <a:lnTo>
                  <a:pt x="595124" y="595124"/>
                </a:lnTo>
                <a:lnTo>
                  <a:pt x="561644" y="624593"/>
                </a:lnTo>
                <a:lnTo>
                  <a:pt x="524568" y="649635"/>
                </a:lnTo>
                <a:lnTo>
                  <a:pt x="484312" y="669835"/>
                </a:lnTo>
                <a:lnTo>
                  <a:pt x="441291" y="684778"/>
                </a:lnTo>
                <a:lnTo>
                  <a:pt x="395920" y="694049"/>
                </a:lnTo>
                <a:lnTo>
                  <a:pt x="348615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47041" y="7426920"/>
            <a:ext cx="8399780" cy="697230"/>
          </a:xfrm>
          <a:custGeom>
            <a:avLst/>
            <a:gdLst/>
            <a:ahLst/>
            <a:cxnLst/>
            <a:rect l="l" t="t" r="r" b="b"/>
            <a:pathLst>
              <a:path w="8399780" h="697229">
                <a:moveTo>
                  <a:pt x="8050962" y="697231"/>
                </a:moveTo>
                <a:lnTo>
                  <a:pt x="348615" y="697231"/>
                </a:lnTo>
                <a:lnTo>
                  <a:pt x="302792" y="694208"/>
                </a:lnTo>
                <a:lnTo>
                  <a:pt x="258141" y="685287"/>
                </a:lnTo>
                <a:lnTo>
                  <a:pt x="215206" y="670694"/>
                </a:lnTo>
                <a:lnTo>
                  <a:pt x="174527" y="650653"/>
                </a:lnTo>
                <a:lnTo>
                  <a:pt x="136647" y="625388"/>
                </a:lnTo>
                <a:lnTo>
                  <a:pt x="102107" y="595124"/>
                </a:lnTo>
                <a:lnTo>
                  <a:pt x="71843" y="560584"/>
                </a:lnTo>
                <a:lnTo>
                  <a:pt x="46578" y="522704"/>
                </a:lnTo>
                <a:lnTo>
                  <a:pt x="26536" y="482025"/>
                </a:lnTo>
                <a:lnTo>
                  <a:pt x="11943" y="439089"/>
                </a:lnTo>
                <a:lnTo>
                  <a:pt x="3023" y="394439"/>
                </a:lnTo>
                <a:lnTo>
                  <a:pt x="0" y="348615"/>
                </a:lnTo>
                <a:lnTo>
                  <a:pt x="3023" y="302792"/>
                </a:lnTo>
                <a:lnTo>
                  <a:pt x="11943" y="258141"/>
                </a:lnTo>
                <a:lnTo>
                  <a:pt x="26536" y="215206"/>
                </a:lnTo>
                <a:lnTo>
                  <a:pt x="46578" y="174527"/>
                </a:lnTo>
                <a:lnTo>
                  <a:pt x="71843" y="136647"/>
                </a:lnTo>
                <a:lnTo>
                  <a:pt x="102107" y="102107"/>
                </a:lnTo>
                <a:lnTo>
                  <a:pt x="136647" y="71843"/>
                </a:lnTo>
                <a:lnTo>
                  <a:pt x="174527" y="46578"/>
                </a:lnTo>
                <a:lnTo>
                  <a:pt x="215206" y="26536"/>
                </a:lnTo>
                <a:lnTo>
                  <a:pt x="258141" y="11943"/>
                </a:lnTo>
                <a:lnTo>
                  <a:pt x="302792" y="3023"/>
                </a:lnTo>
                <a:lnTo>
                  <a:pt x="348615" y="0"/>
                </a:lnTo>
                <a:lnTo>
                  <a:pt x="8050962" y="0"/>
                </a:lnTo>
                <a:lnTo>
                  <a:pt x="8096785" y="3023"/>
                </a:lnTo>
                <a:lnTo>
                  <a:pt x="8141436" y="11943"/>
                </a:lnTo>
                <a:lnTo>
                  <a:pt x="8184371" y="26536"/>
                </a:lnTo>
                <a:lnTo>
                  <a:pt x="8225050" y="46578"/>
                </a:lnTo>
                <a:lnTo>
                  <a:pt x="8262930" y="71843"/>
                </a:lnTo>
                <a:lnTo>
                  <a:pt x="8297470" y="102107"/>
                </a:lnTo>
                <a:lnTo>
                  <a:pt x="8327734" y="136647"/>
                </a:lnTo>
                <a:lnTo>
                  <a:pt x="8352999" y="174527"/>
                </a:lnTo>
                <a:lnTo>
                  <a:pt x="8373041" y="215206"/>
                </a:lnTo>
                <a:lnTo>
                  <a:pt x="8387634" y="258141"/>
                </a:lnTo>
                <a:lnTo>
                  <a:pt x="8396554" y="302792"/>
                </a:lnTo>
                <a:lnTo>
                  <a:pt x="8399578" y="348615"/>
                </a:lnTo>
                <a:lnTo>
                  <a:pt x="8396554" y="394439"/>
                </a:lnTo>
                <a:lnTo>
                  <a:pt x="8387634" y="439089"/>
                </a:lnTo>
                <a:lnTo>
                  <a:pt x="8373041" y="482025"/>
                </a:lnTo>
                <a:lnTo>
                  <a:pt x="8352999" y="522704"/>
                </a:lnTo>
                <a:lnTo>
                  <a:pt x="8327734" y="560584"/>
                </a:lnTo>
                <a:lnTo>
                  <a:pt x="8297470" y="595124"/>
                </a:lnTo>
                <a:lnTo>
                  <a:pt x="8262930" y="625388"/>
                </a:lnTo>
                <a:lnTo>
                  <a:pt x="8225050" y="650653"/>
                </a:lnTo>
                <a:lnTo>
                  <a:pt x="8184371" y="670694"/>
                </a:lnTo>
                <a:lnTo>
                  <a:pt x="8141436" y="685287"/>
                </a:lnTo>
                <a:lnTo>
                  <a:pt x="8096785" y="694208"/>
                </a:lnTo>
                <a:lnTo>
                  <a:pt x="8050962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28699" y="8458376"/>
            <a:ext cx="697230" cy="697230"/>
          </a:xfrm>
          <a:custGeom>
            <a:avLst/>
            <a:gdLst/>
            <a:ahLst/>
            <a:cxnLst/>
            <a:rect l="l" t="t" r="r" b="b"/>
            <a:pathLst>
              <a:path w="697230" h="697229">
                <a:moveTo>
                  <a:pt x="348615" y="697231"/>
                </a:moveTo>
                <a:lnTo>
                  <a:pt x="301310" y="694049"/>
                </a:lnTo>
                <a:lnTo>
                  <a:pt x="255939" y="684778"/>
                </a:lnTo>
                <a:lnTo>
                  <a:pt x="212918" y="669835"/>
                </a:lnTo>
                <a:lnTo>
                  <a:pt x="172662" y="649635"/>
                </a:lnTo>
                <a:lnTo>
                  <a:pt x="135587" y="624593"/>
                </a:lnTo>
                <a:lnTo>
                  <a:pt x="102107" y="595124"/>
                </a:lnTo>
                <a:lnTo>
                  <a:pt x="72638" y="561644"/>
                </a:lnTo>
                <a:lnTo>
                  <a:pt x="47596" y="524568"/>
                </a:lnTo>
                <a:lnTo>
                  <a:pt x="27395" y="484312"/>
                </a:lnTo>
                <a:lnTo>
                  <a:pt x="12452" y="441291"/>
                </a:lnTo>
                <a:lnTo>
                  <a:pt x="3182" y="395920"/>
                </a:lnTo>
                <a:lnTo>
                  <a:pt x="0" y="348615"/>
                </a:lnTo>
                <a:lnTo>
                  <a:pt x="3182" y="301310"/>
                </a:lnTo>
                <a:lnTo>
                  <a:pt x="12452" y="255939"/>
                </a:lnTo>
                <a:lnTo>
                  <a:pt x="27395" y="212918"/>
                </a:lnTo>
                <a:lnTo>
                  <a:pt x="47596" y="172662"/>
                </a:lnTo>
                <a:lnTo>
                  <a:pt x="72638" y="135586"/>
                </a:lnTo>
                <a:lnTo>
                  <a:pt x="102107" y="102107"/>
                </a:lnTo>
                <a:lnTo>
                  <a:pt x="135587" y="72638"/>
                </a:lnTo>
                <a:lnTo>
                  <a:pt x="172662" y="47596"/>
                </a:lnTo>
                <a:lnTo>
                  <a:pt x="212918" y="27395"/>
                </a:lnTo>
                <a:lnTo>
                  <a:pt x="255939" y="12452"/>
                </a:lnTo>
                <a:lnTo>
                  <a:pt x="301310" y="3182"/>
                </a:lnTo>
                <a:lnTo>
                  <a:pt x="348615" y="0"/>
                </a:lnTo>
                <a:lnTo>
                  <a:pt x="395920" y="3182"/>
                </a:lnTo>
                <a:lnTo>
                  <a:pt x="441291" y="12452"/>
                </a:lnTo>
                <a:lnTo>
                  <a:pt x="484312" y="27395"/>
                </a:lnTo>
                <a:lnTo>
                  <a:pt x="524568" y="47596"/>
                </a:lnTo>
                <a:lnTo>
                  <a:pt x="561644" y="72638"/>
                </a:lnTo>
                <a:lnTo>
                  <a:pt x="595124" y="102107"/>
                </a:lnTo>
                <a:lnTo>
                  <a:pt x="624592" y="135586"/>
                </a:lnTo>
                <a:lnTo>
                  <a:pt x="649635" y="172662"/>
                </a:lnTo>
                <a:lnTo>
                  <a:pt x="669835" y="212918"/>
                </a:lnTo>
                <a:lnTo>
                  <a:pt x="684778" y="255939"/>
                </a:lnTo>
                <a:lnTo>
                  <a:pt x="694048" y="301310"/>
                </a:lnTo>
                <a:lnTo>
                  <a:pt x="697231" y="348615"/>
                </a:lnTo>
                <a:lnTo>
                  <a:pt x="694048" y="395920"/>
                </a:lnTo>
                <a:lnTo>
                  <a:pt x="684778" y="441291"/>
                </a:lnTo>
                <a:lnTo>
                  <a:pt x="669835" y="484312"/>
                </a:lnTo>
                <a:lnTo>
                  <a:pt x="649635" y="524568"/>
                </a:lnTo>
                <a:lnTo>
                  <a:pt x="624592" y="561644"/>
                </a:lnTo>
                <a:lnTo>
                  <a:pt x="595124" y="595124"/>
                </a:lnTo>
                <a:lnTo>
                  <a:pt x="561644" y="624593"/>
                </a:lnTo>
                <a:lnTo>
                  <a:pt x="524568" y="649635"/>
                </a:lnTo>
                <a:lnTo>
                  <a:pt x="484312" y="669835"/>
                </a:lnTo>
                <a:lnTo>
                  <a:pt x="441291" y="684778"/>
                </a:lnTo>
                <a:lnTo>
                  <a:pt x="395920" y="694049"/>
                </a:lnTo>
                <a:lnTo>
                  <a:pt x="348615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47041" y="8458376"/>
            <a:ext cx="8399780" cy="697230"/>
          </a:xfrm>
          <a:custGeom>
            <a:avLst/>
            <a:gdLst/>
            <a:ahLst/>
            <a:cxnLst/>
            <a:rect l="l" t="t" r="r" b="b"/>
            <a:pathLst>
              <a:path w="8399780" h="697229">
                <a:moveTo>
                  <a:pt x="8050962" y="697231"/>
                </a:moveTo>
                <a:lnTo>
                  <a:pt x="348615" y="697231"/>
                </a:lnTo>
                <a:lnTo>
                  <a:pt x="302792" y="694208"/>
                </a:lnTo>
                <a:lnTo>
                  <a:pt x="258141" y="685287"/>
                </a:lnTo>
                <a:lnTo>
                  <a:pt x="215206" y="670694"/>
                </a:lnTo>
                <a:lnTo>
                  <a:pt x="174527" y="650653"/>
                </a:lnTo>
                <a:lnTo>
                  <a:pt x="136647" y="625388"/>
                </a:lnTo>
                <a:lnTo>
                  <a:pt x="102107" y="595124"/>
                </a:lnTo>
                <a:lnTo>
                  <a:pt x="71843" y="560584"/>
                </a:lnTo>
                <a:lnTo>
                  <a:pt x="46578" y="522704"/>
                </a:lnTo>
                <a:lnTo>
                  <a:pt x="26536" y="482025"/>
                </a:lnTo>
                <a:lnTo>
                  <a:pt x="11943" y="439089"/>
                </a:lnTo>
                <a:lnTo>
                  <a:pt x="3023" y="394439"/>
                </a:lnTo>
                <a:lnTo>
                  <a:pt x="0" y="348615"/>
                </a:lnTo>
                <a:lnTo>
                  <a:pt x="3023" y="302792"/>
                </a:lnTo>
                <a:lnTo>
                  <a:pt x="11943" y="258141"/>
                </a:lnTo>
                <a:lnTo>
                  <a:pt x="26536" y="215206"/>
                </a:lnTo>
                <a:lnTo>
                  <a:pt x="46578" y="174527"/>
                </a:lnTo>
                <a:lnTo>
                  <a:pt x="71843" y="136647"/>
                </a:lnTo>
                <a:lnTo>
                  <a:pt x="102107" y="102107"/>
                </a:lnTo>
                <a:lnTo>
                  <a:pt x="136647" y="71843"/>
                </a:lnTo>
                <a:lnTo>
                  <a:pt x="174527" y="46578"/>
                </a:lnTo>
                <a:lnTo>
                  <a:pt x="215206" y="26536"/>
                </a:lnTo>
                <a:lnTo>
                  <a:pt x="258141" y="11943"/>
                </a:lnTo>
                <a:lnTo>
                  <a:pt x="302792" y="3023"/>
                </a:lnTo>
                <a:lnTo>
                  <a:pt x="348615" y="0"/>
                </a:lnTo>
                <a:lnTo>
                  <a:pt x="8050962" y="0"/>
                </a:lnTo>
                <a:lnTo>
                  <a:pt x="8096785" y="3023"/>
                </a:lnTo>
                <a:lnTo>
                  <a:pt x="8141436" y="11943"/>
                </a:lnTo>
                <a:lnTo>
                  <a:pt x="8184371" y="26536"/>
                </a:lnTo>
                <a:lnTo>
                  <a:pt x="8225050" y="46578"/>
                </a:lnTo>
                <a:lnTo>
                  <a:pt x="8262930" y="71843"/>
                </a:lnTo>
                <a:lnTo>
                  <a:pt x="8297470" y="102107"/>
                </a:lnTo>
                <a:lnTo>
                  <a:pt x="8327734" y="136647"/>
                </a:lnTo>
                <a:lnTo>
                  <a:pt x="8352999" y="174527"/>
                </a:lnTo>
                <a:lnTo>
                  <a:pt x="8373041" y="215206"/>
                </a:lnTo>
                <a:lnTo>
                  <a:pt x="8387634" y="258141"/>
                </a:lnTo>
                <a:lnTo>
                  <a:pt x="8396554" y="302792"/>
                </a:lnTo>
                <a:lnTo>
                  <a:pt x="8399578" y="348615"/>
                </a:lnTo>
                <a:lnTo>
                  <a:pt x="8396554" y="394439"/>
                </a:lnTo>
                <a:lnTo>
                  <a:pt x="8387634" y="439089"/>
                </a:lnTo>
                <a:lnTo>
                  <a:pt x="8373041" y="482025"/>
                </a:lnTo>
                <a:lnTo>
                  <a:pt x="8352999" y="522704"/>
                </a:lnTo>
                <a:lnTo>
                  <a:pt x="8327734" y="560584"/>
                </a:lnTo>
                <a:lnTo>
                  <a:pt x="8297470" y="595124"/>
                </a:lnTo>
                <a:lnTo>
                  <a:pt x="8262930" y="625388"/>
                </a:lnTo>
                <a:lnTo>
                  <a:pt x="8225050" y="650653"/>
                </a:lnTo>
                <a:lnTo>
                  <a:pt x="8184371" y="670694"/>
                </a:lnTo>
                <a:lnTo>
                  <a:pt x="8141436" y="685287"/>
                </a:lnTo>
                <a:lnTo>
                  <a:pt x="8096785" y="694208"/>
                </a:lnTo>
                <a:lnTo>
                  <a:pt x="8050962" y="697231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84792" y="4400255"/>
            <a:ext cx="1847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844" dirty="0">
                <a:solidFill>
                  <a:srgbClr val="1700AC"/>
                </a:solidFill>
                <a:latin typeface="Tahoma"/>
                <a:cs typeface="Tahoma"/>
              </a:rPr>
              <a:t>1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6383000" y="9852180"/>
            <a:ext cx="857250" cy="3714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spc="-135" dirty="0"/>
              <a:t> </a:t>
            </a:r>
            <a:fld id="{81D60167-4931-47E6-BA6A-407CBD079E47}" type="slidenum">
              <a:rPr spc="-60" dirty="0"/>
              <a:t>3</a:t>
            </a:fld>
            <a:endParaRPr spc="-60" dirty="0"/>
          </a:p>
        </p:txBody>
      </p:sp>
      <p:sp>
        <p:nvSpPr>
          <p:cNvPr id="14" name="object 14"/>
          <p:cNvSpPr txBox="1"/>
          <p:nvPr/>
        </p:nvSpPr>
        <p:spPr>
          <a:xfrm>
            <a:off x="1244608" y="5431711"/>
            <a:ext cx="2654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5" dirty="0">
                <a:solidFill>
                  <a:srgbClr val="1700AC"/>
                </a:solidFill>
                <a:latin typeface="Tahoma"/>
                <a:cs typeface="Tahoma"/>
              </a:rPr>
              <a:t>2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32873" y="6558983"/>
            <a:ext cx="802767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80" dirty="0">
                <a:solidFill>
                  <a:srgbClr val="1700AC"/>
                </a:solidFill>
                <a:latin typeface="Lucida Sans Unicode"/>
                <a:cs typeface="Lucida Sans Unicode"/>
              </a:rPr>
              <a:t>Calculates</a:t>
            </a:r>
            <a:r>
              <a:rPr sz="2200" spc="-4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1700AC"/>
                </a:solidFill>
                <a:latin typeface="Lucida Sans Unicode"/>
                <a:cs typeface="Lucida Sans Unicode"/>
              </a:rPr>
              <a:t>total,</a:t>
            </a:r>
            <a:r>
              <a:rPr sz="2200" spc="-4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1700AC"/>
                </a:solidFill>
                <a:latin typeface="Lucida Sans Unicode"/>
                <a:cs typeface="Lucida Sans Unicode"/>
              </a:rPr>
              <a:t>selected,</a:t>
            </a:r>
            <a:r>
              <a:rPr sz="2200" spc="-4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200" spc="130" dirty="0">
                <a:solidFill>
                  <a:srgbClr val="1700AC"/>
                </a:solidFill>
                <a:latin typeface="Lucida Sans Unicode"/>
                <a:cs typeface="Lucida Sans Unicode"/>
              </a:rPr>
              <a:t>and</a:t>
            </a:r>
            <a:r>
              <a:rPr sz="2200" spc="-4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200" spc="50" dirty="0">
                <a:solidFill>
                  <a:srgbClr val="1700AC"/>
                </a:solidFill>
                <a:latin typeface="Lucida Sans Unicode"/>
                <a:cs typeface="Lucida Sans Unicode"/>
              </a:rPr>
              <a:t>rejected</a:t>
            </a:r>
            <a:r>
              <a:rPr sz="2200" spc="-4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200" spc="100" dirty="0">
                <a:solidFill>
                  <a:srgbClr val="1700AC"/>
                </a:solidFill>
                <a:latin typeface="Lucida Sans Unicode"/>
                <a:cs typeface="Lucida Sans Unicode"/>
              </a:rPr>
              <a:t>candidate</a:t>
            </a:r>
            <a:r>
              <a:rPr sz="2200" spc="-4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200" spc="40" dirty="0">
                <a:solidFill>
                  <a:srgbClr val="1700AC"/>
                </a:solidFill>
                <a:latin typeface="Lucida Sans Unicode"/>
                <a:cs typeface="Lucida Sans Unicode"/>
              </a:rPr>
              <a:t>counts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44162" y="6463167"/>
            <a:ext cx="2660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0" dirty="0">
                <a:solidFill>
                  <a:srgbClr val="1700AC"/>
                </a:solidFill>
                <a:latin typeface="Tahoma"/>
                <a:cs typeface="Tahoma"/>
              </a:rPr>
              <a:t>3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67402" y="7582217"/>
            <a:ext cx="79590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1700AC"/>
                </a:solidFill>
                <a:latin typeface="Lucida Sans Unicode"/>
                <a:cs typeface="Lucida Sans Unicode"/>
              </a:rPr>
              <a:t>Performs</a:t>
            </a:r>
            <a:r>
              <a:rPr sz="2600" spc="17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600" spc="75" dirty="0">
                <a:solidFill>
                  <a:srgbClr val="1700AC"/>
                </a:solidFill>
                <a:latin typeface="Lucida Sans Unicode"/>
                <a:cs typeface="Lucida Sans Unicode"/>
              </a:rPr>
              <a:t>department-</a:t>
            </a:r>
            <a:r>
              <a:rPr sz="2600" dirty="0">
                <a:solidFill>
                  <a:srgbClr val="1700AC"/>
                </a:solidFill>
                <a:latin typeface="Lucida Sans Unicode"/>
                <a:cs typeface="Lucida Sans Unicode"/>
              </a:rPr>
              <a:t>wise</a:t>
            </a:r>
            <a:r>
              <a:rPr sz="2600" spc="18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1700AC"/>
                </a:solidFill>
                <a:latin typeface="Lucida Sans Unicode"/>
                <a:cs typeface="Lucida Sans Unicode"/>
              </a:rPr>
              <a:t>recruitment</a:t>
            </a:r>
            <a:r>
              <a:rPr sz="2600" spc="18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600" spc="60" dirty="0">
                <a:solidFill>
                  <a:srgbClr val="1700AC"/>
                </a:solidFill>
                <a:latin typeface="Lucida Sans Unicode"/>
                <a:cs typeface="Lucida Sans Unicode"/>
              </a:rPr>
              <a:t>analysis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24516" y="7494623"/>
            <a:ext cx="3054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10" dirty="0">
                <a:solidFill>
                  <a:srgbClr val="1700AC"/>
                </a:solidFill>
                <a:latin typeface="Tahoma"/>
                <a:cs typeface="Tahoma"/>
              </a:rPr>
              <a:t>4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43566" y="8526081"/>
            <a:ext cx="2673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90" dirty="0">
                <a:solidFill>
                  <a:srgbClr val="1700AC"/>
                </a:solidFill>
                <a:latin typeface="Tahoma"/>
                <a:cs typeface="Tahoma"/>
              </a:rPr>
              <a:t>5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26022" y="3292973"/>
            <a:ext cx="120561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5" dirty="0">
                <a:solidFill>
                  <a:srgbClr val="EFF1E7"/>
                </a:solidFill>
                <a:latin typeface="Lucida Sans Unicode"/>
                <a:cs typeface="Lucida Sans Unicode"/>
              </a:rPr>
              <a:t>Their</a:t>
            </a:r>
            <a:r>
              <a:rPr sz="2400" spc="-20" dirty="0">
                <a:solidFill>
                  <a:srgbClr val="EFF1E7"/>
                </a:solidFill>
                <a:latin typeface="Lucida Sans Unicode"/>
                <a:cs typeface="Lucida Sans Unicode"/>
              </a:rPr>
              <a:t> </a:t>
            </a:r>
            <a:r>
              <a:rPr sz="2400" spc="60" dirty="0">
                <a:solidFill>
                  <a:srgbClr val="EFF1E7"/>
                </a:solidFill>
                <a:latin typeface="Lucida Sans Unicode"/>
                <a:cs typeface="Lucida Sans Unicode"/>
              </a:rPr>
              <a:t>analysis</a:t>
            </a:r>
            <a:r>
              <a:rPr sz="2400" spc="-15" dirty="0">
                <a:solidFill>
                  <a:srgbClr val="EFF1E7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EFF1E7"/>
                </a:solidFill>
                <a:latin typeface="Lucida Sans Unicode"/>
                <a:cs typeface="Lucida Sans Unicode"/>
              </a:rPr>
              <a:t>provides</a:t>
            </a:r>
            <a:r>
              <a:rPr sz="2400" spc="-15" dirty="0">
                <a:solidFill>
                  <a:srgbClr val="EFF1E7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EFF1E7"/>
                </a:solidFill>
                <a:latin typeface="Lucida Sans Unicode"/>
                <a:cs typeface="Lucida Sans Unicode"/>
              </a:rPr>
              <a:t>clarity</a:t>
            </a:r>
            <a:r>
              <a:rPr sz="2400" spc="-15" dirty="0">
                <a:solidFill>
                  <a:srgbClr val="EFF1E7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EFF1E7"/>
                </a:solidFill>
                <a:latin typeface="Lucida Sans Unicode"/>
                <a:cs typeface="Lucida Sans Unicode"/>
              </a:rPr>
              <a:t>in</a:t>
            </a:r>
            <a:r>
              <a:rPr sz="2400" spc="-20" dirty="0">
                <a:solidFill>
                  <a:srgbClr val="EFF1E7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EFF1E7"/>
                </a:solidFill>
                <a:latin typeface="Lucida Sans Unicode"/>
                <a:cs typeface="Lucida Sans Unicode"/>
              </a:rPr>
              <a:t>situations</a:t>
            </a:r>
            <a:r>
              <a:rPr sz="2400" spc="-15" dirty="0">
                <a:solidFill>
                  <a:srgbClr val="EFF1E7"/>
                </a:solidFill>
                <a:latin typeface="Lucida Sans Unicode"/>
                <a:cs typeface="Lucida Sans Unicode"/>
              </a:rPr>
              <a:t> </a:t>
            </a:r>
            <a:r>
              <a:rPr sz="2400" spc="65" dirty="0">
                <a:solidFill>
                  <a:srgbClr val="EFF1E7"/>
                </a:solidFill>
                <a:latin typeface="Lucida Sans Unicode"/>
                <a:cs typeface="Lucida Sans Unicode"/>
              </a:rPr>
              <a:t>where</a:t>
            </a:r>
            <a:r>
              <a:rPr sz="2400" spc="-15" dirty="0">
                <a:solidFill>
                  <a:srgbClr val="EFF1E7"/>
                </a:solidFill>
                <a:latin typeface="Lucida Sans Unicode"/>
                <a:cs typeface="Lucida Sans Unicode"/>
              </a:rPr>
              <a:t> </a:t>
            </a:r>
            <a:r>
              <a:rPr sz="2400" spc="50" dirty="0">
                <a:solidFill>
                  <a:srgbClr val="EFF1E7"/>
                </a:solidFill>
                <a:latin typeface="Lucida Sans Unicode"/>
                <a:cs typeface="Lucida Sans Unicode"/>
              </a:rPr>
              <a:t>uncertainty</a:t>
            </a:r>
            <a:r>
              <a:rPr sz="2400" spc="-15" dirty="0">
                <a:solidFill>
                  <a:srgbClr val="EFF1E7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EFF1E7"/>
                </a:solidFill>
                <a:latin typeface="Lucida Sans Unicode"/>
                <a:cs typeface="Lucida Sans Unicode"/>
              </a:rPr>
              <a:t>previously</a:t>
            </a:r>
            <a:r>
              <a:rPr sz="2400" spc="-20" dirty="0">
                <a:solidFill>
                  <a:srgbClr val="EFF1E7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EFF1E7"/>
                </a:solidFill>
                <a:latin typeface="Lucida Sans Unicode"/>
                <a:cs typeface="Lucida Sans Unicode"/>
              </a:rPr>
              <a:t>existed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24688" y="5630713"/>
            <a:ext cx="905192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dirty="0">
                <a:solidFill>
                  <a:srgbClr val="1700AC"/>
                </a:solidFill>
                <a:latin typeface="Lucida Sans Unicode"/>
                <a:cs typeface="Lucida Sans Unicode"/>
              </a:rPr>
              <a:t>Processes</a:t>
            </a:r>
            <a:r>
              <a:rPr sz="2300" spc="-1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1700AC"/>
                </a:solidFill>
                <a:latin typeface="Lucida Sans Unicode"/>
                <a:cs typeface="Lucida Sans Unicode"/>
              </a:rPr>
              <a:t>candidate</a:t>
            </a:r>
            <a:r>
              <a:rPr sz="2300" spc="-1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1700AC"/>
                </a:solidFill>
                <a:latin typeface="Lucida Sans Unicode"/>
                <a:cs typeface="Lucida Sans Unicode"/>
              </a:rPr>
              <a:t>details</a:t>
            </a:r>
            <a:r>
              <a:rPr sz="2300" spc="-1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1700AC"/>
                </a:solidFill>
                <a:latin typeface="Lucida Sans Unicode"/>
                <a:cs typeface="Lucida Sans Unicode"/>
              </a:rPr>
              <a:t>such</a:t>
            </a:r>
            <a:r>
              <a:rPr sz="2300" spc="-1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1700AC"/>
                </a:solidFill>
                <a:latin typeface="Lucida Sans Unicode"/>
                <a:cs typeface="Lucida Sans Unicode"/>
              </a:rPr>
              <a:t>as</a:t>
            </a:r>
            <a:r>
              <a:rPr sz="2300" spc="-1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1700AC"/>
                </a:solidFill>
                <a:latin typeface="Lucida Sans Unicode"/>
                <a:cs typeface="Lucida Sans Unicode"/>
              </a:rPr>
              <a:t>department,</a:t>
            </a:r>
            <a:r>
              <a:rPr sz="2300" spc="-1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1700AC"/>
                </a:solidFill>
                <a:latin typeface="Lucida Sans Unicode"/>
                <a:cs typeface="Lucida Sans Unicode"/>
              </a:rPr>
              <a:t>status</a:t>
            </a:r>
            <a:r>
              <a:rPr sz="2300" spc="-1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300" spc="-10" dirty="0">
                <a:solidFill>
                  <a:srgbClr val="1700AC"/>
                </a:solidFill>
                <a:latin typeface="Lucida Sans Unicode"/>
                <a:cs typeface="Lucida Sans Unicode"/>
              </a:rPr>
              <a:t>&amp;salary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36931" y="8595938"/>
            <a:ext cx="7537450" cy="4013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dirty="0">
                <a:solidFill>
                  <a:srgbClr val="1700AC"/>
                </a:solidFill>
                <a:latin typeface="Lucida Sans Unicode"/>
                <a:cs typeface="Lucida Sans Unicode"/>
              </a:rPr>
              <a:t>Generates</a:t>
            </a:r>
            <a:r>
              <a:rPr sz="2450" spc="-9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450" spc="-40" dirty="0">
                <a:solidFill>
                  <a:srgbClr val="1700AC"/>
                </a:solidFill>
                <a:latin typeface="Lucida Sans Unicode"/>
                <a:cs typeface="Lucida Sans Unicode"/>
              </a:rPr>
              <a:t>insights</a:t>
            </a:r>
            <a:r>
              <a:rPr sz="2450" spc="-9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450" dirty="0">
                <a:solidFill>
                  <a:srgbClr val="1700AC"/>
                </a:solidFill>
                <a:latin typeface="Lucida Sans Unicode"/>
                <a:cs typeface="Lucida Sans Unicode"/>
              </a:rPr>
              <a:t>to</a:t>
            </a:r>
            <a:r>
              <a:rPr sz="2450" spc="-95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450" dirty="0">
                <a:solidFill>
                  <a:srgbClr val="1700AC"/>
                </a:solidFill>
                <a:latin typeface="Lucida Sans Unicode"/>
                <a:cs typeface="Lucida Sans Unicode"/>
              </a:rPr>
              <a:t>support</a:t>
            </a:r>
            <a:r>
              <a:rPr sz="2450" spc="-9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450" spc="60" dirty="0">
                <a:solidFill>
                  <a:srgbClr val="1700AC"/>
                </a:solidFill>
                <a:latin typeface="Lucida Sans Unicode"/>
                <a:cs typeface="Lucida Sans Unicode"/>
              </a:rPr>
              <a:t>HR</a:t>
            </a:r>
            <a:r>
              <a:rPr sz="2450" spc="-90" dirty="0">
                <a:solidFill>
                  <a:srgbClr val="1700AC"/>
                </a:solidFill>
                <a:latin typeface="Lucida Sans Unicode"/>
                <a:cs typeface="Lucida Sans Unicode"/>
              </a:rPr>
              <a:t> </a:t>
            </a:r>
            <a:r>
              <a:rPr sz="2450" spc="-50" dirty="0">
                <a:solidFill>
                  <a:srgbClr val="1700AC"/>
                </a:solidFill>
                <a:latin typeface="Lucida Sans Unicode"/>
                <a:cs typeface="Lucida Sans Unicode"/>
              </a:rPr>
              <a:t>decision-</a:t>
            </a:r>
            <a:r>
              <a:rPr sz="2450" spc="-10" dirty="0">
                <a:solidFill>
                  <a:srgbClr val="1700AC"/>
                </a:solidFill>
                <a:latin typeface="Lucida Sans Unicode"/>
                <a:cs typeface="Lucida Sans Unicode"/>
              </a:rPr>
              <a:t>making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1678070" y="1330794"/>
            <a:ext cx="8423910" cy="121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800" b="0" spc="-434" dirty="0">
                <a:solidFill>
                  <a:srgbClr val="000000"/>
                </a:solidFill>
                <a:latin typeface="Arial Black"/>
                <a:cs typeface="Arial Black"/>
              </a:rPr>
              <a:t>project</a:t>
            </a:r>
            <a:r>
              <a:rPr sz="7800" b="0" spc="-740" dirty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sz="7800" b="0" spc="-535" dirty="0">
                <a:solidFill>
                  <a:srgbClr val="000000"/>
                </a:solidFill>
                <a:latin typeface="Arial Black"/>
                <a:cs typeface="Arial Black"/>
              </a:rPr>
              <a:t>overview:</a:t>
            </a:r>
            <a:endParaRPr sz="7800">
              <a:latin typeface="Arial Black"/>
              <a:cs typeface="Arial Black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2CD3CAB-06AE-A672-06E6-7F75C2F6A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1" r="25244"/>
          <a:stretch>
            <a:fillRect/>
          </a:stretch>
        </p:blipFill>
        <p:spPr>
          <a:xfrm>
            <a:off x="11536958" y="3747240"/>
            <a:ext cx="6637595" cy="59841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3103743"/>
            <a:ext cx="5177155" cy="2934335"/>
          </a:xfrm>
          <a:custGeom>
            <a:avLst/>
            <a:gdLst/>
            <a:ahLst/>
            <a:cxnLst/>
            <a:rect l="l" t="t" r="r" b="b"/>
            <a:pathLst>
              <a:path w="5177155" h="2934335">
                <a:moveTo>
                  <a:pt x="5024142" y="2934107"/>
                </a:moveTo>
                <a:lnTo>
                  <a:pt x="152399" y="2934107"/>
                </a:lnTo>
                <a:lnTo>
                  <a:pt x="104229" y="2926337"/>
                </a:lnTo>
                <a:lnTo>
                  <a:pt x="62394" y="2904703"/>
                </a:lnTo>
                <a:lnTo>
                  <a:pt x="29404" y="2871712"/>
                </a:lnTo>
                <a:lnTo>
                  <a:pt x="7769" y="2829877"/>
                </a:lnTo>
                <a:lnTo>
                  <a:pt x="0" y="2781707"/>
                </a:lnTo>
                <a:lnTo>
                  <a:pt x="0" y="152399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399" y="0"/>
                </a:lnTo>
                <a:lnTo>
                  <a:pt x="5024142" y="0"/>
                </a:lnTo>
                <a:lnTo>
                  <a:pt x="5072312" y="7769"/>
                </a:lnTo>
                <a:lnTo>
                  <a:pt x="5114147" y="29404"/>
                </a:lnTo>
                <a:lnTo>
                  <a:pt x="5147137" y="62394"/>
                </a:lnTo>
                <a:lnTo>
                  <a:pt x="5168772" y="104229"/>
                </a:lnTo>
                <a:lnTo>
                  <a:pt x="5176542" y="152399"/>
                </a:lnTo>
                <a:lnTo>
                  <a:pt x="5176542" y="2781707"/>
                </a:lnTo>
                <a:lnTo>
                  <a:pt x="5168772" y="2829877"/>
                </a:lnTo>
                <a:lnTo>
                  <a:pt x="5147137" y="2871712"/>
                </a:lnTo>
                <a:lnTo>
                  <a:pt x="5114147" y="2904703"/>
                </a:lnTo>
                <a:lnTo>
                  <a:pt x="5072312" y="2926337"/>
                </a:lnTo>
                <a:lnTo>
                  <a:pt x="5024142" y="2934107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555727" y="3103743"/>
            <a:ext cx="5177155" cy="2934335"/>
          </a:xfrm>
          <a:custGeom>
            <a:avLst/>
            <a:gdLst/>
            <a:ahLst/>
            <a:cxnLst/>
            <a:rect l="l" t="t" r="r" b="b"/>
            <a:pathLst>
              <a:path w="5177155" h="2934335">
                <a:moveTo>
                  <a:pt x="5024142" y="2934107"/>
                </a:moveTo>
                <a:lnTo>
                  <a:pt x="152399" y="2934107"/>
                </a:lnTo>
                <a:lnTo>
                  <a:pt x="104229" y="2926337"/>
                </a:lnTo>
                <a:lnTo>
                  <a:pt x="62394" y="2904703"/>
                </a:lnTo>
                <a:lnTo>
                  <a:pt x="29404" y="2871712"/>
                </a:lnTo>
                <a:lnTo>
                  <a:pt x="7769" y="2829877"/>
                </a:lnTo>
                <a:lnTo>
                  <a:pt x="0" y="2781707"/>
                </a:lnTo>
                <a:lnTo>
                  <a:pt x="0" y="152399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399" y="0"/>
                </a:lnTo>
                <a:lnTo>
                  <a:pt x="5024142" y="0"/>
                </a:lnTo>
                <a:lnTo>
                  <a:pt x="5072312" y="7769"/>
                </a:lnTo>
                <a:lnTo>
                  <a:pt x="5114147" y="29404"/>
                </a:lnTo>
                <a:lnTo>
                  <a:pt x="5147137" y="62394"/>
                </a:lnTo>
                <a:lnTo>
                  <a:pt x="5168772" y="104229"/>
                </a:lnTo>
                <a:lnTo>
                  <a:pt x="5176542" y="152399"/>
                </a:lnTo>
                <a:lnTo>
                  <a:pt x="5176542" y="2781707"/>
                </a:lnTo>
                <a:lnTo>
                  <a:pt x="5168772" y="2829877"/>
                </a:lnTo>
                <a:lnTo>
                  <a:pt x="5147137" y="2871712"/>
                </a:lnTo>
                <a:lnTo>
                  <a:pt x="5114147" y="2904703"/>
                </a:lnTo>
                <a:lnTo>
                  <a:pt x="5072312" y="2926337"/>
                </a:lnTo>
                <a:lnTo>
                  <a:pt x="5024142" y="2934107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84695" y="3103743"/>
            <a:ext cx="5177155" cy="2934335"/>
          </a:xfrm>
          <a:custGeom>
            <a:avLst/>
            <a:gdLst/>
            <a:ahLst/>
            <a:cxnLst/>
            <a:rect l="l" t="t" r="r" b="b"/>
            <a:pathLst>
              <a:path w="5177155" h="2934335">
                <a:moveTo>
                  <a:pt x="5024142" y="2934107"/>
                </a:moveTo>
                <a:lnTo>
                  <a:pt x="152399" y="2934107"/>
                </a:lnTo>
                <a:lnTo>
                  <a:pt x="104229" y="2926337"/>
                </a:lnTo>
                <a:lnTo>
                  <a:pt x="62394" y="2904703"/>
                </a:lnTo>
                <a:lnTo>
                  <a:pt x="29404" y="2871712"/>
                </a:lnTo>
                <a:lnTo>
                  <a:pt x="7769" y="2829877"/>
                </a:lnTo>
                <a:lnTo>
                  <a:pt x="0" y="2781707"/>
                </a:lnTo>
                <a:lnTo>
                  <a:pt x="0" y="152399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399" y="0"/>
                </a:lnTo>
                <a:lnTo>
                  <a:pt x="5024142" y="0"/>
                </a:lnTo>
                <a:lnTo>
                  <a:pt x="5072312" y="7769"/>
                </a:lnTo>
                <a:lnTo>
                  <a:pt x="5114147" y="29404"/>
                </a:lnTo>
                <a:lnTo>
                  <a:pt x="5147137" y="62394"/>
                </a:lnTo>
                <a:lnTo>
                  <a:pt x="5168772" y="104229"/>
                </a:lnTo>
                <a:lnTo>
                  <a:pt x="5176542" y="152399"/>
                </a:lnTo>
                <a:lnTo>
                  <a:pt x="5176542" y="2781707"/>
                </a:lnTo>
                <a:lnTo>
                  <a:pt x="5168772" y="2829877"/>
                </a:lnTo>
                <a:lnTo>
                  <a:pt x="5147137" y="2871712"/>
                </a:lnTo>
                <a:lnTo>
                  <a:pt x="5114147" y="2904703"/>
                </a:lnTo>
                <a:lnTo>
                  <a:pt x="5072312" y="2926337"/>
                </a:lnTo>
                <a:lnTo>
                  <a:pt x="5024142" y="2934107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40221" y="6324192"/>
            <a:ext cx="5177155" cy="2934335"/>
          </a:xfrm>
          <a:custGeom>
            <a:avLst/>
            <a:gdLst/>
            <a:ahLst/>
            <a:cxnLst/>
            <a:rect l="l" t="t" r="r" b="b"/>
            <a:pathLst>
              <a:path w="5177155" h="2934334">
                <a:moveTo>
                  <a:pt x="5024142" y="2934107"/>
                </a:moveTo>
                <a:lnTo>
                  <a:pt x="152399" y="2934107"/>
                </a:lnTo>
                <a:lnTo>
                  <a:pt x="104229" y="2926338"/>
                </a:lnTo>
                <a:lnTo>
                  <a:pt x="62394" y="2904703"/>
                </a:lnTo>
                <a:lnTo>
                  <a:pt x="29404" y="2871713"/>
                </a:lnTo>
                <a:lnTo>
                  <a:pt x="7769" y="2829877"/>
                </a:lnTo>
                <a:lnTo>
                  <a:pt x="0" y="2781707"/>
                </a:lnTo>
                <a:lnTo>
                  <a:pt x="0" y="152399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399" y="0"/>
                </a:lnTo>
                <a:lnTo>
                  <a:pt x="5024142" y="0"/>
                </a:lnTo>
                <a:lnTo>
                  <a:pt x="5072312" y="7769"/>
                </a:lnTo>
                <a:lnTo>
                  <a:pt x="5114147" y="29404"/>
                </a:lnTo>
                <a:lnTo>
                  <a:pt x="5147137" y="62394"/>
                </a:lnTo>
                <a:lnTo>
                  <a:pt x="5168772" y="104229"/>
                </a:lnTo>
                <a:lnTo>
                  <a:pt x="5176542" y="152399"/>
                </a:lnTo>
                <a:lnTo>
                  <a:pt x="5176542" y="2781707"/>
                </a:lnTo>
                <a:lnTo>
                  <a:pt x="5168772" y="2829877"/>
                </a:lnTo>
                <a:lnTo>
                  <a:pt x="5147137" y="2871713"/>
                </a:lnTo>
                <a:lnTo>
                  <a:pt x="5114147" y="2904703"/>
                </a:lnTo>
                <a:lnTo>
                  <a:pt x="5072312" y="2926338"/>
                </a:lnTo>
                <a:lnTo>
                  <a:pt x="5024142" y="2934107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67249" y="6324192"/>
            <a:ext cx="5177155" cy="2934335"/>
          </a:xfrm>
          <a:custGeom>
            <a:avLst/>
            <a:gdLst/>
            <a:ahLst/>
            <a:cxnLst/>
            <a:rect l="l" t="t" r="r" b="b"/>
            <a:pathLst>
              <a:path w="5177155" h="2934334">
                <a:moveTo>
                  <a:pt x="5024141" y="2934107"/>
                </a:moveTo>
                <a:lnTo>
                  <a:pt x="152399" y="2934107"/>
                </a:lnTo>
                <a:lnTo>
                  <a:pt x="104229" y="2926338"/>
                </a:lnTo>
                <a:lnTo>
                  <a:pt x="62394" y="2904703"/>
                </a:lnTo>
                <a:lnTo>
                  <a:pt x="29404" y="2871713"/>
                </a:lnTo>
                <a:lnTo>
                  <a:pt x="7769" y="2829877"/>
                </a:lnTo>
                <a:lnTo>
                  <a:pt x="0" y="2781707"/>
                </a:lnTo>
                <a:lnTo>
                  <a:pt x="0" y="152399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399" y="0"/>
                </a:lnTo>
                <a:lnTo>
                  <a:pt x="5024141" y="0"/>
                </a:lnTo>
                <a:lnTo>
                  <a:pt x="5072311" y="7769"/>
                </a:lnTo>
                <a:lnTo>
                  <a:pt x="5114147" y="29404"/>
                </a:lnTo>
                <a:lnTo>
                  <a:pt x="5147137" y="62394"/>
                </a:lnTo>
                <a:lnTo>
                  <a:pt x="5168772" y="104229"/>
                </a:lnTo>
                <a:lnTo>
                  <a:pt x="5176541" y="152399"/>
                </a:lnTo>
                <a:lnTo>
                  <a:pt x="5176541" y="2781707"/>
                </a:lnTo>
                <a:lnTo>
                  <a:pt x="5168772" y="2829877"/>
                </a:lnTo>
                <a:lnTo>
                  <a:pt x="5147137" y="2871713"/>
                </a:lnTo>
                <a:lnTo>
                  <a:pt x="5114147" y="2904703"/>
                </a:lnTo>
                <a:lnTo>
                  <a:pt x="5072311" y="2926338"/>
                </a:lnTo>
                <a:lnTo>
                  <a:pt x="5024141" y="2934107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0716" y="8103555"/>
            <a:ext cx="1145540" cy="1145540"/>
          </a:xfrm>
          <a:custGeom>
            <a:avLst/>
            <a:gdLst/>
            <a:ahLst/>
            <a:cxnLst/>
            <a:rect l="l" t="t" r="r" b="b"/>
            <a:pathLst>
              <a:path w="1145539" h="1145540">
                <a:moveTo>
                  <a:pt x="1145464" y="1145464"/>
                </a:moveTo>
                <a:lnTo>
                  <a:pt x="1063580" y="1145464"/>
                </a:lnTo>
                <a:lnTo>
                  <a:pt x="1063580" y="139778"/>
                </a:lnTo>
                <a:lnTo>
                  <a:pt x="58284" y="1145065"/>
                </a:lnTo>
                <a:lnTo>
                  <a:pt x="389" y="1087170"/>
                </a:lnTo>
                <a:lnTo>
                  <a:pt x="1005684" y="81884"/>
                </a:lnTo>
                <a:lnTo>
                  <a:pt x="0" y="81884"/>
                </a:lnTo>
                <a:lnTo>
                  <a:pt x="0" y="0"/>
                </a:lnTo>
                <a:lnTo>
                  <a:pt x="1145464" y="0"/>
                </a:lnTo>
                <a:lnTo>
                  <a:pt x="1145464" y="1145464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9075">
              <a:lnSpc>
                <a:spcPct val="100000"/>
              </a:lnSpc>
              <a:spcBef>
                <a:spcPts val="100"/>
              </a:spcBef>
            </a:pPr>
            <a:r>
              <a:rPr sz="8800" spc="95" dirty="0"/>
              <a:t>Objectives:</a:t>
            </a:r>
            <a:endParaRPr sz="8800"/>
          </a:p>
        </p:txBody>
      </p:sp>
      <p:sp>
        <p:nvSpPr>
          <p:cNvPr id="9" name="object 9"/>
          <p:cNvSpPr txBox="1"/>
          <p:nvPr/>
        </p:nvSpPr>
        <p:spPr>
          <a:xfrm>
            <a:off x="1341697" y="3030421"/>
            <a:ext cx="3936365" cy="234950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4200" b="1" spc="-1095" dirty="0">
                <a:solidFill>
                  <a:srgbClr val="6FA1BD"/>
                </a:solidFill>
                <a:latin typeface="Tahoma"/>
                <a:cs typeface="Tahoma"/>
              </a:rPr>
              <a:t>1</a:t>
            </a:r>
            <a:endParaRPr sz="4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000" b="1" spc="50" dirty="0">
                <a:solidFill>
                  <a:srgbClr val="6FA1BD"/>
                </a:solidFill>
                <a:latin typeface="Tahoma"/>
                <a:cs typeface="Tahoma"/>
              </a:rPr>
              <a:t>Data</a:t>
            </a:r>
            <a:r>
              <a:rPr sz="2000" b="1" spc="-15" dirty="0">
                <a:solidFill>
                  <a:srgbClr val="6FA1BD"/>
                </a:solidFill>
                <a:latin typeface="Tahoma"/>
                <a:cs typeface="Tahoma"/>
              </a:rPr>
              <a:t> </a:t>
            </a:r>
            <a:r>
              <a:rPr sz="2000" b="1" spc="50" dirty="0">
                <a:solidFill>
                  <a:srgbClr val="6FA1BD"/>
                </a:solidFill>
                <a:latin typeface="Tahoma"/>
                <a:cs typeface="Tahoma"/>
              </a:rPr>
              <a:t>Processing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5599"/>
              </a:lnSpc>
              <a:spcBef>
                <a:spcPts val="785"/>
              </a:spcBef>
            </a:pPr>
            <a:r>
              <a:rPr sz="2000" spc="85" dirty="0">
                <a:solidFill>
                  <a:srgbClr val="6FA1BD"/>
                </a:solidFill>
                <a:latin typeface="Lucida Sans Unicode"/>
                <a:cs typeface="Lucida Sans Unicode"/>
              </a:rPr>
              <a:t>Data</a:t>
            </a:r>
            <a:r>
              <a:rPr sz="2000" spc="-1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Processing</a:t>
            </a:r>
            <a:r>
              <a:rPr sz="2000" spc="-1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-30" dirty="0">
                <a:solidFill>
                  <a:srgbClr val="6FA1BD"/>
                </a:solidFill>
                <a:latin typeface="Lucida Sans Unicode"/>
                <a:cs typeface="Lucida Sans Unicode"/>
              </a:rPr>
              <a:t>is</a:t>
            </a:r>
            <a:r>
              <a:rPr sz="2000" spc="-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95" dirty="0">
                <a:solidFill>
                  <a:srgbClr val="6FA1BD"/>
                </a:solidFill>
                <a:latin typeface="Lucida Sans Unicode"/>
                <a:cs typeface="Lucida Sans Unicode"/>
              </a:rPr>
              <a:t>Read</a:t>
            </a:r>
            <a:r>
              <a:rPr sz="2000" spc="-1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90" dirty="0">
                <a:solidFill>
                  <a:srgbClr val="6FA1BD"/>
                </a:solidFill>
                <a:latin typeface="Lucida Sans Unicode"/>
                <a:cs typeface="Lucida Sans Unicode"/>
              </a:rPr>
              <a:t>and </a:t>
            </a:r>
            <a:r>
              <a:rPr sz="2000" spc="50" dirty="0">
                <a:solidFill>
                  <a:srgbClr val="6FA1BD"/>
                </a:solidFill>
                <a:latin typeface="Lucida Sans Unicode"/>
                <a:cs typeface="Lucida Sans Unicode"/>
              </a:rPr>
              <a:t>process</a:t>
            </a:r>
            <a:r>
              <a:rPr sz="2000" spc="2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recruitment</a:t>
            </a:r>
            <a:r>
              <a:rPr sz="2000" spc="3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130" dirty="0">
                <a:solidFill>
                  <a:srgbClr val="6FA1BD"/>
                </a:solidFill>
                <a:latin typeface="Lucida Sans Unicode"/>
                <a:cs typeface="Lucida Sans Unicode"/>
              </a:rPr>
              <a:t>data</a:t>
            </a:r>
            <a:r>
              <a:rPr sz="2000" spc="3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6FA1BD"/>
                </a:solidFill>
                <a:latin typeface="Lucida Sans Unicode"/>
                <a:cs typeface="Lucida Sans Unicode"/>
              </a:rPr>
              <a:t>from </a:t>
            </a: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the</a:t>
            </a:r>
            <a:r>
              <a:rPr sz="2000" spc="-3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90" dirty="0">
                <a:solidFill>
                  <a:srgbClr val="6FA1BD"/>
                </a:solidFill>
                <a:latin typeface="Lucida Sans Unicode"/>
                <a:cs typeface="Lucida Sans Unicode"/>
              </a:rPr>
              <a:t>CSV</a:t>
            </a:r>
            <a:r>
              <a:rPr sz="2000" spc="-3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6FA1BD"/>
                </a:solidFill>
                <a:latin typeface="Lucida Sans Unicode"/>
                <a:cs typeface="Lucida Sans Unicode"/>
              </a:rPr>
              <a:t>file.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68725" y="3030421"/>
            <a:ext cx="3777615" cy="199707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4200" b="1" spc="-50" dirty="0">
                <a:solidFill>
                  <a:srgbClr val="6FA1BD"/>
                </a:solidFill>
                <a:latin typeface="Tahoma"/>
                <a:cs typeface="Tahoma"/>
              </a:rPr>
              <a:t>2</a:t>
            </a:r>
            <a:endParaRPr sz="4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000" b="1" spc="60" dirty="0">
                <a:solidFill>
                  <a:srgbClr val="6FA1BD"/>
                </a:solidFill>
                <a:latin typeface="Tahoma"/>
                <a:cs typeface="Tahoma"/>
              </a:rPr>
              <a:t>Candidate</a:t>
            </a:r>
            <a:r>
              <a:rPr sz="2000" b="1" spc="-15" dirty="0">
                <a:solidFill>
                  <a:srgbClr val="6FA1BD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6FA1BD"/>
                </a:solidFill>
                <a:latin typeface="Tahoma"/>
                <a:cs typeface="Tahoma"/>
              </a:rPr>
              <a:t>Analysis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5599"/>
              </a:lnSpc>
              <a:spcBef>
                <a:spcPts val="785"/>
              </a:spcBef>
            </a:pPr>
            <a:r>
              <a:rPr sz="2000" spc="80" dirty="0">
                <a:solidFill>
                  <a:srgbClr val="6FA1BD"/>
                </a:solidFill>
                <a:latin typeface="Lucida Sans Unicode"/>
                <a:cs typeface="Lucida Sans Unicode"/>
              </a:rPr>
              <a:t>Calculate</a:t>
            </a:r>
            <a:r>
              <a:rPr sz="2000" spc="-2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the</a:t>
            </a:r>
            <a:r>
              <a:rPr sz="2000" spc="-2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total</a:t>
            </a:r>
            <a:r>
              <a:rPr sz="2000" spc="-2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60" dirty="0">
                <a:solidFill>
                  <a:srgbClr val="6FA1BD"/>
                </a:solidFill>
                <a:latin typeface="Lucida Sans Unicode"/>
                <a:cs typeface="Lucida Sans Unicode"/>
              </a:rPr>
              <a:t>number</a:t>
            </a:r>
            <a:r>
              <a:rPr sz="2000" spc="-2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6FA1BD"/>
                </a:solidFill>
                <a:latin typeface="Lucida Sans Unicode"/>
                <a:cs typeface="Lucida Sans Unicode"/>
              </a:rPr>
              <a:t>of </a:t>
            </a:r>
            <a:r>
              <a:rPr sz="2000" spc="85" dirty="0">
                <a:solidFill>
                  <a:srgbClr val="6FA1BD"/>
                </a:solidFill>
                <a:latin typeface="Lucida Sans Unicode"/>
                <a:cs typeface="Lucida Sans Unicode"/>
              </a:rPr>
              <a:t>candidates</a:t>
            </a:r>
            <a:r>
              <a:rPr sz="2000" spc="-7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in</a:t>
            </a:r>
            <a:r>
              <a:rPr sz="2000" spc="-7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the</a:t>
            </a:r>
            <a:r>
              <a:rPr sz="2000" spc="-7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40" dirty="0">
                <a:solidFill>
                  <a:srgbClr val="6FA1BD"/>
                </a:solidFill>
                <a:latin typeface="Lucida Sans Unicode"/>
                <a:cs typeface="Lucida Sans Unicode"/>
              </a:rPr>
              <a:t>dataset.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97694" y="3030421"/>
            <a:ext cx="3223260" cy="234950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4200" b="1" spc="-50" dirty="0">
                <a:solidFill>
                  <a:srgbClr val="6FA1BD"/>
                </a:solidFill>
                <a:latin typeface="Tahoma"/>
                <a:cs typeface="Tahoma"/>
              </a:rPr>
              <a:t>3</a:t>
            </a:r>
            <a:endParaRPr sz="4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000" b="1" dirty="0">
                <a:solidFill>
                  <a:srgbClr val="6FA1BD"/>
                </a:solidFill>
                <a:latin typeface="Tahoma"/>
                <a:cs typeface="Tahoma"/>
              </a:rPr>
              <a:t>Hiring</a:t>
            </a:r>
            <a:r>
              <a:rPr sz="2000" b="1" spc="254" dirty="0">
                <a:solidFill>
                  <a:srgbClr val="6FA1BD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6FA1BD"/>
                </a:solidFill>
                <a:latin typeface="Tahoma"/>
                <a:cs typeface="Tahoma"/>
              </a:rPr>
              <a:t>Status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5599"/>
              </a:lnSpc>
              <a:spcBef>
                <a:spcPts val="785"/>
              </a:spcBef>
            </a:pP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Determine</a:t>
            </a:r>
            <a:r>
              <a:rPr sz="2000" spc="3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the</a:t>
            </a:r>
            <a:r>
              <a:rPr sz="2000" spc="4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60" dirty="0">
                <a:solidFill>
                  <a:srgbClr val="6FA1BD"/>
                </a:solidFill>
                <a:latin typeface="Lucida Sans Unicode"/>
                <a:cs typeface="Lucida Sans Unicode"/>
              </a:rPr>
              <a:t>number</a:t>
            </a:r>
            <a:r>
              <a:rPr sz="2000" spc="4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6FA1BD"/>
                </a:solidFill>
                <a:latin typeface="Lucida Sans Unicode"/>
                <a:cs typeface="Lucida Sans Unicode"/>
              </a:rPr>
              <a:t>of </a:t>
            </a:r>
            <a:r>
              <a:rPr sz="2000" spc="60" dirty="0">
                <a:solidFill>
                  <a:srgbClr val="6FA1BD"/>
                </a:solidFill>
                <a:latin typeface="Lucida Sans Unicode"/>
                <a:cs typeface="Lucida Sans Unicode"/>
              </a:rPr>
              <a:t>selected</a:t>
            </a:r>
            <a:r>
              <a:rPr sz="2000" spc="-8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114" dirty="0">
                <a:solidFill>
                  <a:srgbClr val="6FA1BD"/>
                </a:solidFill>
                <a:latin typeface="Lucida Sans Unicode"/>
                <a:cs typeface="Lucida Sans Unicode"/>
              </a:rPr>
              <a:t>and</a:t>
            </a:r>
            <a:r>
              <a:rPr sz="2000" spc="-8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35" dirty="0">
                <a:solidFill>
                  <a:srgbClr val="6FA1BD"/>
                </a:solidFill>
                <a:latin typeface="Lucida Sans Unicode"/>
                <a:cs typeface="Lucida Sans Unicode"/>
              </a:rPr>
              <a:t>rejected </a:t>
            </a:r>
            <a:r>
              <a:rPr sz="2000" spc="45" dirty="0">
                <a:solidFill>
                  <a:srgbClr val="6FA1BD"/>
                </a:solidFill>
                <a:latin typeface="Lucida Sans Unicode"/>
                <a:cs typeface="Lucida Sans Unicode"/>
              </a:rPr>
              <a:t>candidates.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53219" y="6250872"/>
            <a:ext cx="3820795" cy="199707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4200" b="1" spc="160" dirty="0">
                <a:solidFill>
                  <a:srgbClr val="6FA1BD"/>
                </a:solidFill>
                <a:latin typeface="Tahoma"/>
                <a:cs typeface="Tahoma"/>
              </a:rPr>
              <a:t>4</a:t>
            </a:r>
            <a:endParaRPr sz="4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000" b="1" spc="70" dirty="0">
                <a:solidFill>
                  <a:srgbClr val="6FA1BD"/>
                </a:solidFill>
                <a:latin typeface="Tahoma"/>
                <a:cs typeface="Tahoma"/>
              </a:rPr>
              <a:t>Department</a:t>
            </a:r>
            <a:r>
              <a:rPr sz="2000" b="1" spc="20" dirty="0">
                <a:solidFill>
                  <a:srgbClr val="6FA1BD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6FA1BD"/>
                </a:solidFill>
                <a:latin typeface="Tahoma"/>
                <a:cs typeface="Tahoma"/>
              </a:rPr>
              <a:t>Analysis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5599"/>
              </a:lnSpc>
              <a:spcBef>
                <a:spcPts val="785"/>
              </a:spcBef>
            </a:pP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Analyze</a:t>
            </a:r>
            <a:r>
              <a:rPr sz="2000" spc="-5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50" dirty="0">
                <a:solidFill>
                  <a:srgbClr val="6FA1BD"/>
                </a:solidFill>
                <a:latin typeface="Lucida Sans Unicode"/>
                <a:cs typeface="Lucida Sans Unicode"/>
              </a:rPr>
              <a:t>applications</a:t>
            </a:r>
            <a:r>
              <a:rPr sz="2000" spc="-5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55" dirty="0">
                <a:solidFill>
                  <a:srgbClr val="6FA1BD"/>
                </a:solidFill>
                <a:latin typeface="Lucida Sans Unicode"/>
                <a:cs typeface="Lucida Sans Unicode"/>
              </a:rPr>
              <a:t>received </a:t>
            </a: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from</a:t>
            </a:r>
            <a:r>
              <a:rPr sz="2000" spc="-7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different</a:t>
            </a:r>
            <a:r>
              <a:rPr sz="2000" spc="-7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6FA1BD"/>
                </a:solidFill>
                <a:latin typeface="Lucida Sans Unicode"/>
                <a:cs typeface="Lucida Sans Unicode"/>
              </a:rPr>
              <a:t>departments.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33551" y="6250872"/>
            <a:ext cx="3981450" cy="2075814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285"/>
              </a:spcBef>
            </a:pPr>
            <a:r>
              <a:rPr sz="4200" b="1" spc="-50" dirty="0">
                <a:solidFill>
                  <a:srgbClr val="6FA1BD"/>
                </a:solidFill>
                <a:latin typeface="Tahoma"/>
                <a:cs typeface="Tahoma"/>
              </a:rPr>
              <a:t>5</a:t>
            </a:r>
            <a:endParaRPr sz="4200">
              <a:latin typeface="Tahoma"/>
              <a:cs typeface="Tahoma"/>
            </a:endParaRPr>
          </a:p>
          <a:p>
            <a:pPr marL="159385">
              <a:lnSpc>
                <a:spcPct val="100000"/>
              </a:lnSpc>
              <a:spcBef>
                <a:spcPts val="565"/>
              </a:spcBef>
            </a:pPr>
            <a:r>
              <a:rPr sz="2000" b="1" dirty="0">
                <a:solidFill>
                  <a:srgbClr val="6FA1BD"/>
                </a:solidFill>
                <a:latin typeface="Tahoma"/>
                <a:cs typeface="Tahoma"/>
              </a:rPr>
              <a:t>Salary</a:t>
            </a:r>
            <a:r>
              <a:rPr sz="2000" b="1" spc="75" dirty="0">
                <a:solidFill>
                  <a:srgbClr val="6FA1BD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6FA1BD"/>
                </a:solidFill>
                <a:latin typeface="Tahoma"/>
                <a:cs typeface="Tahoma"/>
              </a:rPr>
              <a:t>Analysis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5599"/>
              </a:lnSpc>
              <a:spcBef>
                <a:spcPts val="1405"/>
              </a:spcBef>
            </a:pPr>
            <a:r>
              <a:rPr sz="2000" spc="80" dirty="0">
                <a:solidFill>
                  <a:srgbClr val="6FA1BD"/>
                </a:solidFill>
                <a:latin typeface="Lucida Sans Unicode"/>
                <a:cs typeface="Lucida Sans Unicode"/>
              </a:rPr>
              <a:t>Calculate</a:t>
            </a:r>
            <a:r>
              <a:rPr sz="2000" spc="-5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the</a:t>
            </a:r>
            <a:r>
              <a:rPr sz="2000" spc="-5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114" dirty="0">
                <a:solidFill>
                  <a:srgbClr val="6FA1BD"/>
                </a:solidFill>
                <a:latin typeface="Lucida Sans Unicode"/>
                <a:cs typeface="Lucida Sans Unicode"/>
              </a:rPr>
              <a:t>average</a:t>
            </a:r>
            <a:r>
              <a:rPr sz="2000" spc="-4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50" dirty="0">
                <a:solidFill>
                  <a:srgbClr val="6FA1BD"/>
                </a:solidFill>
                <a:latin typeface="Lucida Sans Unicode"/>
                <a:cs typeface="Lucida Sans Unicode"/>
              </a:rPr>
              <a:t>salary </a:t>
            </a: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offered</a:t>
            </a:r>
            <a:r>
              <a:rPr sz="2000" spc="-50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6FA1BD"/>
                </a:solidFill>
                <a:latin typeface="Lucida Sans Unicode"/>
                <a:cs typeface="Lucida Sans Unicode"/>
              </a:rPr>
              <a:t>to</a:t>
            </a:r>
            <a:r>
              <a:rPr sz="2000" spc="-4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60" dirty="0">
                <a:solidFill>
                  <a:srgbClr val="6FA1BD"/>
                </a:solidFill>
                <a:latin typeface="Lucida Sans Unicode"/>
                <a:cs typeface="Lucida Sans Unicode"/>
              </a:rPr>
              <a:t>selected</a:t>
            </a:r>
            <a:r>
              <a:rPr sz="2000" spc="-45" dirty="0">
                <a:solidFill>
                  <a:srgbClr val="6FA1BD"/>
                </a:solidFill>
                <a:latin typeface="Lucida Sans Unicode"/>
                <a:cs typeface="Lucida Sans Unicode"/>
              </a:rPr>
              <a:t> </a:t>
            </a:r>
            <a:r>
              <a:rPr sz="2000" spc="45" dirty="0">
                <a:solidFill>
                  <a:srgbClr val="6FA1BD"/>
                </a:solidFill>
                <a:latin typeface="Lucida Sans Unicode"/>
                <a:cs typeface="Lucida Sans Unicode"/>
              </a:rPr>
              <a:t>candidates.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115701" y="8112697"/>
            <a:ext cx="1145540" cy="1145540"/>
          </a:xfrm>
          <a:custGeom>
            <a:avLst/>
            <a:gdLst/>
            <a:ahLst/>
            <a:cxnLst/>
            <a:rect l="l" t="t" r="r" b="b"/>
            <a:pathLst>
              <a:path w="1145540" h="1145540">
                <a:moveTo>
                  <a:pt x="0" y="1145464"/>
                </a:moveTo>
                <a:lnTo>
                  <a:pt x="81884" y="1145464"/>
                </a:lnTo>
                <a:lnTo>
                  <a:pt x="81884" y="139778"/>
                </a:lnTo>
                <a:lnTo>
                  <a:pt x="1087180" y="1145065"/>
                </a:lnTo>
                <a:lnTo>
                  <a:pt x="1145075" y="1087170"/>
                </a:lnTo>
                <a:lnTo>
                  <a:pt x="139780" y="81884"/>
                </a:lnTo>
                <a:lnTo>
                  <a:pt x="1145464" y="81884"/>
                </a:lnTo>
                <a:lnTo>
                  <a:pt x="1145464" y="0"/>
                </a:lnTo>
                <a:lnTo>
                  <a:pt x="0" y="0"/>
                </a:lnTo>
                <a:lnTo>
                  <a:pt x="0" y="1145464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16832616" y="9410700"/>
            <a:ext cx="857250" cy="3714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spc="-135" dirty="0"/>
              <a:t> </a:t>
            </a:r>
            <a:fld id="{81D60167-4931-47E6-BA6A-407CBD079E47}" type="slidenum">
              <a:rPr spc="-60" dirty="0"/>
              <a:t>4</a:t>
            </a:fld>
            <a:endParaRPr spc="-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2794273"/>
            <a:ext cx="5110480" cy="5729605"/>
          </a:xfrm>
          <a:custGeom>
            <a:avLst/>
            <a:gdLst/>
            <a:ahLst/>
            <a:cxnLst/>
            <a:rect l="l" t="t" r="r" b="b"/>
            <a:pathLst>
              <a:path w="5110480" h="5729605">
                <a:moveTo>
                  <a:pt x="4692493" y="5729304"/>
                </a:moveTo>
                <a:lnTo>
                  <a:pt x="417965" y="5729304"/>
                </a:lnTo>
                <a:lnTo>
                  <a:pt x="390562" y="5725214"/>
                </a:lnTo>
                <a:lnTo>
                  <a:pt x="344494" y="5713637"/>
                </a:lnTo>
                <a:lnTo>
                  <a:pt x="299877" y="5697657"/>
                </a:lnTo>
                <a:lnTo>
                  <a:pt x="257028" y="5677407"/>
                </a:lnTo>
                <a:lnTo>
                  <a:pt x="216266" y="5653019"/>
                </a:lnTo>
                <a:lnTo>
                  <a:pt x="177911" y="5624624"/>
                </a:lnTo>
                <a:lnTo>
                  <a:pt x="142280" y="5592354"/>
                </a:lnTo>
                <a:lnTo>
                  <a:pt x="110010" y="5556723"/>
                </a:lnTo>
                <a:lnTo>
                  <a:pt x="81615" y="5518368"/>
                </a:lnTo>
                <a:lnTo>
                  <a:pt x="57227" y="5477606"/>
                </a:lnTo>
                <a:lnTo>
                  <a:pt x="36977" y="5434757"/>
                </a:lnTo>
                <a:lnTo>
                  <a:pt x="20997" y="5390140"/>
                </a:lnTo>
                <a:lnTo>
                  <a:pt x="9420" y="5344072"/>
                </a:lnTo>
                <a:lnTo>
                  <a:pt x="2377" y="5296873"/>
                </a:lnTo>
                <a:lnTo>
                  <a:pt x="0" y="5248860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4624684" y="0"/>
                </a:lnTo>
                <a:lnTo>
                  <a:pt x="4672697" y="2377"/>
                </a:lnTo>
                <a:lnTo>
                  <a:pt x="4719896" y="9420"/>
                </a:lnTo>
                <a:lnTo>
                  <a:pt x="4765964" y="20997"/>
                </a:lnTo>
                <a:lnTo>
                  <a:pt x="4810582" y="36977"/>
                </a:lnTo>
                <a:lnTo>
                  <a:pt x="4853431" y="57227"/>
                </a:lnTo>
                <a:lnTo>
                  <a:pt x="4894192" y="81615"/>
                </a:lnTo>
                <a:lnTo>
                  <a:pt x="4932548" y="110010"/>
                </a:lnTo>
                <a:lnTo>
                  <a:pt x="4968179" y="142280"/>
                </a:lnTo>
                <a:lnTo>
                  <a:pt x="5000448" y="177911"/>
                </a:lnTo>
                <a:lnTo>
                  <a:pt x="5028843" y="216266"/>
                </a:lnTo>
                <a:lnTo>
                  <a:pt x="5053231" y="257028"/>
                </a:lnTo>
                <a:lnTo>
                  <a:pt x="5073481" y="299876"/>
                </a:lnTo>
                <a:lnTo>
                  <a:pt x="5089461" y="344494"/>
                </a:lnTo>
                <a:lnTo>
                  <a:pt x="5101038" y="390562"/>
                </a:lnTo>
                <a:lnTo>
                  <a:pt x="5108082" y="437762"/>
                </a:lnTo>
                <a:lnTo>
                  <a:pt x="5110459" y="485775"/>
                </a:lnTo>
                <a:lnTo>
                  <a:pt x="5110459" y="5248860"/>
                </a:lnTo>
                <a:lnTo>
                  <a:pt x="5108082" y="5296873"/>
                </a:lnTo>
                <a:lnTo>
                  <a:pt x="5101038" y="5344072"/>
                </a:lnTo>
                <a:lnTo>
                  <a:pt x="5089461" y="5390140"/>
                </a:lnTo>
                <a:lnTo>
                  <a:pt x="5073481" y="5434757"/>
                </a:lnTo>
                <a:lnTo>
                  <a:pt x="5053231" y="5477606"/>
                </a:lnTo>
                <a:lnTo>
                  <a:pt x="5028843" y="5518368"/>
                </a:lnTo>
                <a:lnTo>
                  <a:pt x="5000448" y="5556723"/>
                </a:lnTo>
                <a:lnTo>
                  <a:pt x="4968179" y="5592354"/>
                </a:lnTo>
                <a:lnTo>
                  <a:pt x="4932548" y="5624624"/>
                </a:lnTo>
                <a:lnTo>
                  <a:pt x="4894192" y="5653019"/>
                </a:lnTo>
                <a:lnTo>
                  <a:pt x="4853431" y="5677407"/>
                </a:lnTo>
                <a:lnTo>
                  <a:pt x="4810582" y="5697657"/>
                </a:lnTo>
                <a:lnTo>
                  <a:pt x="4765964" y="5713637"/>
                </a:lnTo>
                <a:lnTo>
                  <a:pt x="4719896" y="5725214"/>
                </a:lnTo>
                <a:lnTo>
                  <a:pt x="4692493" y="5729304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10200" y="2806140"/>
            <a:ext cx="5616575" cy="5725795"/>
          </a:xfrm>
          <a:custGeom>
            <a:avLst/>
            <a:gdLst/>
            <a:ahLst/>
            <a:cxnLst/>
            <a:rect l="l" t="t" r="r" b="b"/>
            <a:pathLst>
              <a:path w="5616575" h="5725795">
                <a:moveTo>
                  <a:pt x="5222481" y="5725649"/>
                </a:moveTo>
                <a:lnTo>
                  <a:pt x="393482" y="5725649"/>
                </a:lnTo>
                <a:lnTo>
                  <a:pt x="390562" y="5725214"/>
                </a:lnTo>
                <a:lnTo>
                  <a:pt x="344494" y="5713637"/>
                </a:lnTo>
                <a:lnTo>
                  <a:pt x="299877" y="5697657"/>
                </a:lnTo>
                <a:lnTo>
                  <a:pt x="257028" y="5677407"/>
                </a:lnTo>
                <a:lnTo>
                  <a:pt x="216266" y="5653019"/>
                </a:lnTo>
                <a:lnTo>
                  <a:pt x="177911" y="5624624"/>
                </a:lnTo>
                <a:lnTo>
                  <a:pt x="142280" y="5592355"/>
                </a:lnTo>
                <a:lnTo>
                  <a:pt x="110011" y="5556723"/>
                </a:lnTo>
                <a:lnTo>
                  <a:pt x="81616" y="5518368"/>
                </a:lnTo>
                <a:lnTo>
                  <a:pt x="57227" y="5477606"/>
                </a:lnTo>
                <a:lnTo>
                  <a:pt x="36977" y="5434758"/>
                </a:lnTo>
                <a:lnTo>
                  <a:pt x="20997" y="5390140"/>
                </a:lnTo>
                <a:lnTo>
                  <a:pt x="9420" y="5344072"/>
                </a:lnTo>
                <a:lnTo>
                  <a:pt x="2377" y="5296872"/>
                </a:lnTo>
                <a:lnTo>
                  <a:pt x="0" y="5248859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5130188" y="0"/>
                </a:lnTo>
                <a:lnTo>
                  <a:pt x="5178201" y="2377"/>
                </a:lnTo>
                <a:lnTo>
                  <a:pt x="5225400" y="9420"/>
                </a:lnTo>
                <a:lnTo>
                  <a:pt x="5271468" y="20997"/>
                </a:lnTo>
                <a:lnTo>
                  <a:pt x="5316086" y="36977"/>
                </a:lnTo>
                <a:lnTo>
                  <a:pt x="5358935" y="57227"/>
                </a:lnTo>
                <a:lnTo>
                  <a:pt x="5399696" y="81615"/>
                </a:lnTo>
                <a:lnTo>
                  <a:pt x="5438052" y="110010"/>
                </a:lnTo>
                <a:lnTo>
                  <a:pt x="5473683" y="142280"/>
                </a:lnTo>
                <a:lnTo>
                  <a:pt x="5505952" y="177911"/>
                </a:lnTo>
                <a:lnTo>
                  <a:pt x="5534347" y="216266"/>
                </a:lnTo>
                <a:lnTo>
                  <a:pt x="5558735" y="257028"/>
                </a:lnTo>
                <a:lnTo>
                  <a:pt x="5578985" y="299876"/>
                </a:lnTo>
                <a:lnTo>
                  <a:pt x="5594965" y="344494"/>
                </a:lnTo>
                <a:lnTo>
                  <a:pt x="5606542" y="390562"/>
                </a:lnTo>
                <a:lnTo>
                  <a:pt x="5613586" y="437762"/>
                </a:lnTo>
                <a:lnTo>
                  <a:pt x="5615963" y="485775"/>
                </a:lnTo>
                <a:lnTo>
                  <a:pt x="5615963" y="5248859"/>
                </a:lnTo>
                <a:lnTo>
                  <a:pt x="5613586" y="5296872"/>
                </a:lnTo>
                <a:lnTo>
                  <a:pt x="5606542" y="5344072"/>
                </a:lnTo>
                <a:lnTo>
                  <a:pt x="5594965" y="5390140"/>
                </a:lnTo>
                <a:lnTo>
                  <a:pt x="5578985" y="5434758"/>
                </a:lnTo>
                <a:lnTo>
                  <a:pt x="5558735" y="5477606"/>
                </a:lnTo>
                <a:lnTo>
                  <a:pt x="5534347" y="5518368"/>
                </a:lnTo>
                <a:lnTo>
                  <a:pt x="5505952" y="5556723"/>
                </a:lnTo>
                <a:lnTo>
                  <a:pt x="5473683" y="5592355"/>
                </a:lnTo>
                <a:lnTo>
                  <a:pt x="5438052" y="5624624"/>
                </a:lnTo>
                <a:lnTo>
                  <a:pt x="5399696" y="5653019"/>
                </a:lnTo>
                <a:lnTo>
                  <a:pt x="5358935" y="5677407"/>
                </a:lnTo>
                <a:lnTo>
                  <a:pt x="5316086" y="5697657"/>
                </a:lnTo>
                <a:lnTo>
                  <a:pt x="5271468" y="5713637"/>
                </a:lnTo>
                <a:lnTo>
                  <a:pt x="5225400" y="5725214"/>
                </a:lnTo>
                <a:lnTo>
                  <a:pt x="5222481" y="5725649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54574" y="2771092"/>
            <a:ext cx="5256530" cy="5728970"/>
          </a:xfrm>
          <a:custGeom>
            <a:avLst/>
            <a:gdLst/>
            <a:ahLst/>
            <a:cxnLst/>
            <a:rect l="l" t="t" r="r" b="b"/>
            <a:pathLst>
              <a:path w="5256530" h="5728970">
                <a:moveTo>
                  <a:pt x="4841978" y="5728793"/>
                </a:moveTo>
                <a:lnTo>
                  <a:pt x="414548" y="5728793"/>
                </a:lnTo>
                <a:lnTo>
                  <a:pt x="390563" y="5725214"/>
                </a:lnTo>
                <a:lnTo>
                  <a:pt x="344494" y="5713636"/>
                </a:lnTo>
                <a:lnTo>
                  <a:pt x="299877" y="5697657"/>
                </a:lnTo>
                <a:lnTo>
                  <a:pt x="257028" y="5677407"/>
                </a:lnTo>
                <a:lnTo>
                  <a:pt x="216267" y="5653018"/>
                </a:lnTo>
                <a:lnTo>
                  <a:pt x="177911" y="5624624"/>
                </a:lnTo>
                <a:lnTo>
                  <a:pt x="142280" y="5592354"/>
                </a:lnTo>
                <a:lnTo>
                  <a:pt x="110011" y="5556723"/>
                </a:lnTo>
                <a:lnTo>
                  <a:pt x="81616" y="5518368"/>
                </a:lnTo>
                <a:lnTo>
                  <a:pt x="57227" y="5477606"/>
                </a:lnTo>
                <a:lnTo>
                  <a:pt x="36977" y="5434758"/>
                </a:lnTo>
                <a:lnTo>
                  <a:pt x="20997" y="5390140"/>
                </a:lnTo>
                <a:lnTo>
                  <a:pt x="9420" y="5344072"/>
                </a:lnTo>
                <a:lnTo>
                  <a:pt x="2377" y="5296872"/>
                </a:lnTo>
                <a:lnTo>
                  <a:pt x="0" y="5248860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7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3" y="9420"/>
                </a:lnTo>
                <a:lnTo>
                  <a:pt x="437762" y="2377"/>
                </a:lnTo>
                <a:lnTo>
                  <a:pt x="485776" y="0"/>
                </a:lnTo>
                <a:lnTo>
                  <a:pt x="4770751" y="0"/>
                </a:lnTo>
                <a:lnTo>
                  <a:pt x="4818764" y="2377"/>
                </a:lnTo>
                <a:lnTo>
                  <a:pt x="4865964" y="9420"/>
                </a:lnTo>
                <a:lnTo>
                  <a:pt x="4912032" y="20997"/>
                </a:lnTo>
                <a:lnTo>
                  <a:pt x="4956650" y="36977"/>
                </a:lnTo>
                <a:lnTo>
                  <a:pt x="4999498" y="57227"/>
                </a:lnTo>
                <a:lnTo>
                  <a:pt x="5040260" y="81615"/>
                </a:lnTo>
                <a:lnTo>
                  <a:pt x="5078615" y="110010"/>
                </a:lnTo>
                <a:lnTo>
                  <a:pt x="5114247" y="142280"/>
                </a:lnTo>
                <a:lnTo>
                  <a:pt x="5146516" y="177911"/>
                </a:lnTo>
                <a:lnTo>
                  <a:pt x="5174911" y="216266"/>
                </a:lnTo>
                <a:lnTo>
                  <a:pt x="5199299" y="257028"/>
                </a:lnTo>
                <a:lnTo>
                  <a:pt x="5219549" y="299876"/>
                </a:lnTo>
                <a:lnTo>
                  <a:pt x="5235529" y="344494"/>
                </a:lnTo>
                <a:lnTo>
                  <a:pt x="5247106" y="390562"/>
                </a:lnTo>
                <a:lnTo>
                  <a:pt x="5254149" y="437762"/>
                </a:lnTo>
                <a:lnTo>
                  <a:pt x="5256527" y="485775"/>
                </a:lnTo>
                <a:lnTo>
                  <a:pt x="5256527" y="5248860"/>
                </a:lnTo>
                <a:lnTo>
                  <a:pt x="5254149" y="5296872"/>
                </a:lnTo>
                <a:lnTo>
                  <a:pt x="5247106" y="5344072"/>
                </a:lnTo>
                <a:lnTo>
                  <a:pt x="5235529" y="5390140"/>
                </a:lnTo>
                <a:lnTo>
                  <a:pt x="5219549" y="5434758"/>
                </a:lnTo>
                <a:lnTo>
                  <a:pt x="5199299" y="5477606"/>
                </a:lnTo>
                <a:lnTo>
                  <a:pt x="5174911" y="5518368"/>
                </a:lnTo>
                <a:lnTo>
                  <a:pt x="5146516" y="5556723"/>
                </a:lnTo>
                <a:lnTo>
                  <a:pt x="5114247" y="5592354"/>
                </a:lnTo>
                <a:lnTo>
                  <a:pt x="5078615" y="5624624"/>
                </a:lnTo>
                <a:lnTo>
                  <a:pt x="5040260" y="5653018"/>
                </a:lnTo>
                <a:lnTo>
                  <a:pt x="4999498" y="5677407"/>
                </a:lnTo>
                <a:lnTo>
                  <a:pt x="4956650" y="5697657"/>
                </a:lnTo>
                <a:lnTo>
                  <a:pt x="4912032" y="5713636"/>
                </a:lnTo>
                <a:lnTo>
                  <a:pt x="4865964" y="5725214"/>
                </a:lnTo>
                <a:lnTo>
                  <a:pt x="4841978" y="5728793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8847254"/>
            <a:ext cx="18288000" cy="701675"/>
          </a:xfrm>
          <a:custGeom>
            <a:avLst/>
            <a:gdLst/>
            <a:ahLst/>
            <a:cxnLst/>
            <a:rect l="l" t="t" r="r" b="b"/>
            <a:pathLst>
              <a:path w="18288000" h="701675">
                <a:moveTo>
                  <a:pt x="18288000" y="701392"/>
                </a:moveTo>
                <a:lnTo>
                  <a:pt x="0" y="701392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701392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55" dirty="0"/>
              <a:t>Program</a:t>
            </a:r>
            <a:r>
              <a:rPr spc="-60" dirty="0"/>
              <a:t> </a:t>
            </a:r>
            <a:r>
              <a:rPr spc="160" dirty="0"/>
              <a:t>code:</a:t>
            </a:r>
          </a:p>
        </p:txBody>
      </p:sp>
      <p:sp>
        <p:nvSpPr>
          <p:cNvPr id="7" name="object 7"/>
          <p:cNvSpPr/>
          <p:nvPr/>
        </p:nvSpPr>
        <p:spPr>
          <a:xfrm>
            <a:off x="2686230" y="2813817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4" y="361949"/>
                </a:moveTo>
                <a:lnTo>
                  <a:pt x="136990" y="356524"/>
                </a:lnTo>
                <a:lnTo>
                  <a:pt x="95662" y="340582"/>
                </a:lnTo>
                <a:lnTo>
                  <a:pt x="59446" y="315076"/>
                </a:lnTo>
                <a:lnTo>
                  <a:pt x="30499" y="281519"/>
                </a:lnTo>
                <a:lnTo>
                  <a:pt x="10574" y="241933"/>
                </a:lnTo>
                <a:lnTo>
                  <a:pt x="869" y="198713"/>
                </a:lnTo>
                <a:lnTo>
                  <a:pt x="0" y="180974"/>
                </a:lnTo>
                <a:lnTo>
                  <a:pt x="217" y="172084"/>
                </a:lnTo>
                <a:lnTo>
                  <a:pt x="7790" y="128439"/>
                </a:lnTo>
                <a:lnTo>
                  <a:pt x="25740" y="87943"/>
                </a:lnTo>
                <a:lnTo>
                  <a:pt x="53006" y="53006"/>
                </a:lnTo>
                <a:lnTo>
                  <a:pt x="87943" y="25740"/>
                </a:lnTo>
                <a:lnTo>
                  <a:pt x="128439" y="7790"/>
                </a:lnTo>
                <a:lnTo>
                  <a:pt x="172084" y="217"/>
                </a:lnTo>
                <a:lnTo>
                  <a:pt x="180974" y="0"/>
                </a:lnTo>
                <a:lnTo>
                  <a:pt x="189865" y="217"/>
                </a:lnTo>
                <a:lnTo>
                  <a:pt x="233509" y="7790"/>
                </a:lnTo>
                <a:lnTo>
                  <a:pt x="274005" y="25740"/>
                </a:lnTo>
                <a:lnTo>
                  <a:pt x="308943" y="53006"/>
                </a:lnTo>
                <a:lnTo>
                  <a:pt x="336208" y="87943"/>
                </a:lnTo>
                <a:lnTo>
                  <a:pt x="354159" y="128439"/>
                </a:lnTo>
                <a:lnTo>
                  <a:pt x="361732" y="172084"/>
                </a:lnTo>
                <a:lnTo>
                  <a:pt x="361949" y="180974"/>
                </a:lnTo>
                <a:lnTo>
                  <a:pt x="361732" y="189865"/>
                </a:lnTo>
                <a:lnTo>
                  <a:pt x="354159" y="233509"/>
                </a:lnTo>
                <a:lnTo>
                  <a:pt x="336208" y="274005"/>
                </a:lnTo>
                <a:lnTo>
                  <a:pt x="308943" y="308943"/>
                </a:lnTo>
                <a:lnTo>
                  <a:pt x="274005" y="336208"/>
                </a:lnTo>
                <a:lnTo>
                  <a:pt x="233509" y="354158"/>
                </a:lnTo>
                <a:lnTo>
                  <a:pt x="189865" y="361732"/>
                </a:lnTo>
                <a:lnTo>
                  <a:pt x="180974" y="361949"/>
                </a:lnTo>
                <a:close/>
              </a:path>
            </a:pathLst>
          </a:custGeom>
          <a:solidFill>
            <a:srgbClr val="EFF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6535400" y="9177454"/>
            <a:ext cx="857250" cy="3714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spc="-135" dirty="0"/>
              <a:t> </a:t>
            </a:r>
            <a:fld id="{81D60167-4931-47E6-BA6A-407CBD079E47}" type="slidenum">
              <a:rPr spc="-60" dirty="0"/>
              <a:t>5</a:t>
            </a:fld>
            <a:endParaRPr spc="-6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0225A7-D8FB-97A6-B5B7-F624FCAF5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15442" b="16989"/>
          <a:stretch>
            <a:fillRect/>
          </a:stretch>
        </p:blipFill>
        <p:spPr>
          <a:xfrm>
            <a:off x="10582393" y="2758685"/>
            <a:ext cx="8030238" cy="58177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7CE7F7-821C-684C-0EF9-8844E637C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00" t="919" r="29500"/>
          <a:stretch>
            <a:fillRect/>
          </a:stretch>
        </p:blipFill>
        <p:spPr>
          <a:xfrm>
            <a:off x="4987347" y="2758685"/>
            <a:ext cx="5700900" cy="58042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CA232AE-412A-4039-032D-2ED066717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0" r="26500"/>
          <a:stretch>
            <a:fillRect/>
          </a:stretch>
        </p:blipFill>
        <p:spPr>
          <a:xfrm>
            <a:off x="381000" y="2794273"/>
            <a:ext cx="4606347" cy="57687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963961"/>
            <a:ext cx="13726794" cy="259524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 marR="5080">
              <a:lnSpc>
                <a:spcPts val="9680"/>
              </a:lnSpc>
              <a:spcBef>
                <a:spcPts val="1075"/>
              </a:spcBef>
            </a:pPr>
            <a:r>
              <a:rPr sz="8800" spc="320" dirty="0"/>
              <a:t>Methodology</a:t>
            </a:r>
            <a:r>
              <a:rPr sz="8800" spc="-80" dirty="0"/>
              <a:t> </a:t>
            </a:r>
            <a:r>
              <a:rPr sz="8800" spc="-1675" dirty="0"/>
              <a:t>/</a:t>
            </a:r>
            <a:r>
              <a:rPr sz="8800" spc="-75" dirty="0"/>
              <a:t> </a:t>
            </a:r>
            <a:r>
              <a:rPr sz="8800" spc="175" dirty="0"/>
              <a:t>Analysis </a:t>
            </a:r>
            <a:r>
              <a:rPr sz="8800" spc="-484" dirty="0"/>
              <a:t>&amp;</a:t>
            </a:r>
            <a:r>
              <a:rPr sz="8800" spc="-90" dirty="0"/>
              <a:t> </a:t>
            </a:r>
            <a:r>
              <a:rPr sz="8800" spc="60" dirty="0"/>
              <a:t>Results:</a:t>
            </a:r>
            <a:endParaRPr sz="8800" dirty="0"/>
          </a:p>
        </p:txBody>
      </p:sp>
      <p:sp>
        <p:nvSpPr>
          <p:cNvPr id="3" name="object 3"/>
          <p:cNvSpPr txBox="1"/>
          <p:nvPr/>
        </p:nvSpPr>
        <p:spPr>
          <a:xfrm>
            <a:off x="16687800" y="9612645"/>
            <a:ext cx="8350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 Unicode"/>
                <a:cs typeface="Lucida Sans Unicode"/>
              </a:rPr>
              <a:t>Page</a:t>
            </a:r>
            <a:r>
              <a:rPr sz="2000" spc="-135" dirty="0">
                <a:latin typeface="Lucida Sans Unicode"/>
                <a:cs typeface="Lucida Sans Unicode"/>
              </a:rPr>
              <a:t> </a:t>
            </a:r>
            <a:r>
              <a:rPr sz="2000" spc="-60" dirty="0">
                <a:latin typeface="Lucida Sans Unicode"/>
                <a:cs typeface="Lucida Sans Unicode"/>
              </a:rPr>
              <a:t>6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5378" y="3683015"/>
            <a:ext cx="9712960" cy="59296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461009" indent="-458470">
              <a:lnSpc>
                <a:spcPct val="100000"/>
              </a:lnSpc>
              <a:spcBef>
                <a:spcPts val="765"/>
              </a:spcBef>
              <a:buSzPct val="98666"/>
              <a:buAutoNum type="arabicPeriod"/>
              <a:tabLst>
                <a:tab pos="461009" algn="l"/>
              </a:tabLst>
            </a:pPr>
            <a:r>
              <a:rPr sz="3750" spc="175" dirty="0">
                <a:latin typeface="Lucida Sans Unicode"/>
                <a:cs typeface="Lucida Sans Unicode"/>
              </a:rPr>
              <a:t>Read</a:t>
            </a:r>
            <a:r>
              <a:rPr sz="3750" spc="-155" dirty="0">
                <a:latin typeface="Lucida Sans Unicode"/>
                <a:cs typeface="Lucida Sans Unicode"/>
              </a:rPr>
              <a:t> </a:t>
            </a:r>
            <a:r>
              <a:rPr sz="3750" spc="254" dirty="0">
                <a:latin typeface="Lucida Sans Unicode"/>
                <a:cs typeface="Lucida Sans Unicode"/>
              </a:rPr>
              <a:t>data</a:t>
            </a:r>
            <a:r>
              <a:rPr sz="3750" spc="-155" dirty="0">
                <a:latin typeface="Lucida Sans Unicode"/>
                <a:cs typeface="Lucida Sans Unicode"/>
              </a:rPr>
              <a:t> </a:t>
            </a:r>
            <a:r>
              <a:rPr sz="3750" dirty="0">
                <a:latin typeface="Lucida Sans Unicode"/>
                <a:cs typeface="Lucida Sans Unicode"/>
              </a:rPr>
              <a:t>from</a:t>
            </a:r>
            <a:r>
              <a:rPr sz="3750" spc="-155" dirty="0">
                <a:latin typeface="Lucida Sans Unicode"/>
                <a:cs typeface="Lucida Sans Unicode"/>
              </a:rPr>
              <a:t> </a:t>
            </a:r>
            <a:r>
              <a:rPr sz="3750" spc="170" dirty="0">
                <a:latin typeface="Lucida Sans Unicode"/>
                <a:cs typeface="Lucida Sans Unicode"/>
              </a:rPr>
              <a:t>CSV</a:t>
            </a:r>
            <a:r>
              <a:rPr sz="3750" spc="-155" dirty="0">
                <a:latin typeface="Lucida Sans Unicode"/>
                <a:cs typeface="Lucida Sans Unicode"/>
              </a:rPr>
              <a:t> </a:t>
            </a:r>
            <a:r>
              <a:rPr sz="3750" spc="-20" dirty="0">
                <a:latin typeface="Lucida Sans Unicode"/>
                <a:cs typeface="Lucida Sans Unicode"/>
              </a:rPr>
              <a:t>file</a:t>
            </a:r>
            <a:endParaRPr sz="3750" dirty="0">
              <a:latin typeface="Lucida Sans Unicode"/>
              <a:cs typeface="Lucida Sans Unicode"/>
            </a:endParaRPr>
          </a:p>
          <a:p>
            <a:pPr marL="460375" indent="-458470">
              <a:lnSpc>
                <a:spcPct val="100000"/>
              </a:lnSpc>
              <a:spcBef>
                <a:spcPts val="665"/>
              </a:spcBef>
              <a:buSzPct val="98666"/>
              <a:buAutoNum type="arabicPeriod"/>
              <a:tabLst>
                <a:tab pos="460375" algn="l"/>
              </a:tabLst>
            </a:pPr>
            <a:r>
              <a:rPr sz="3750" spc="90" dirty="0">
                <a:latin typeface="Lucida Sans Unicode"/>
                <a:cs typeface="Lucida Sans Unicode"/>
              </a:rPr>
              <a:t>Process</a:t>
            </a:r>
            <a:r>
              <a:rPr sz="3750" spc="-140" dirty="0">
                <a:latin typeface="Lucida Sans Unicode"/>
                <a:cs typeface="Lucida Sans Unicode"/>
              </a:rPr>
              <a:t> </a:t>
            </a:r>
            <a:r>
              <a:rPr sz="3750" spc="180" dirty="0">
                <a:latin typeface="Lucida Sans Unicode"/>
                <a:cs typeface="Lucida Sans Unicode"/>
              </a:rPr>
              <a:t>candidate</a:t>
            </a:r>
            <a:r>
              <a:rPr sz="3750" spc="-140" dirty="0">
                <a:latin typeface="Lucida Sans Unicode"/>
                <a:cs typeface="Lucida Sans Unicode"/>
              </a:rPr>
              <a:t> </a:t>
            </a:r>
            <a:r>
              <a:rPr sz="3750" spc="75" dirty="0">
                <a:latin typeface="Lucida Sans Unicode"/>
                <a:cs typeface="Lucida Sans Unicode"/>
              </a:rPr>
              <a:t>records</a:t>
            </a:r>
            <a:r>
              <a:rPr sz="3750" spc="-135" dirty="0">
                <a:latin typeface="Lucida Sans Unicode"/>
                <a:cs typeface="Lucida Sans Unicode"/>
              </a:rPr>
              <a:t> </a:t>
            </a:r>
            <a:r>
              <a:rPr sz="3750" dirty="0">
                <a:latin typeface="Lucida Sans Unicode"/>
                <a:cs typeface="Lucida Sans Unicode"/>
              </a:rPr>
              <a:t>using</a:t>
            </a:r>
            <a:r>
              <a:rPr sz="3750" spc="-140" dirty="0">
                <a:latin typeface="Lucida Sans Unicode"/>
                <a:cs typeface="Lucida Sans Unicode"/>
              </a:rPr>
              <a:t> </a:t>
            </a:r>
            <a:r>
              <a:rPr sz="3750" spc="445" dirty="0">
                <a:latin typeface="Lucida Sans Unicode"/>
                <a:cs typeface="Lucida Sans Unicode"/>
              </a:rPr>
              <a:t>Java</a:t>
            </a:r>
            <a:endParaRPr sz="3750" dirty="0">
              <a:latin typeface="Lucida Sans Unicode"/>
              <a:cs typeface="Lucida Sans Unicode"/>
            </a:endParaRPr>
          </a:p>
          <a:p>
            <a:pPr marL="461645" marR="1058545" indent="-459740">
              <a:lnSpc>
                <a:spcPct val="114799"/>
              </a:lnSpc>
              <a:buSzPct val="98666"/>
              <a:buAutoNum type="arabicPeriod"/>
              <a:tabLst>
                <a:tab pos="461645" algn="l"/>
              </a:tabLst>
            </a:pPr>
            <a:r>
              <a:rPr sz="3750" spc="90" dirty="0">
                <a:latin typeface="Lucida Sans Unicode"/>
                <a:cs typeface="Lucida Sans Unicode"/>
              </a:rPr>
              <a:t>Count</a:t>
            </a:r>
            <a:r>
              <a:rPr sz="3750" spc="-195" dirty="0">
                <a:latin typeface="Lucida Sans Unicode"/>
                <a:cs typeface="Lucida Sans Unicode"/>
              </a:rPr>
              <a:t> </a:t>
            </a:r>
            <a:r>
              <a:rPr sz="3750" spc="-20" dirty="0">
                <a:latin typeface="Lucida Sans Unicode"/>
                <a:cs typeface="Lucida Sans Unicode"/>
              </a:rPr>
              <a:t>total,</a:t>
            </a:r>
            <a:r>
              <a:rPr sz="3750" spc="-195" dirty="0">
                <a:latin typeface="Lucida Sans Unicode"/>
                <a:cs typeface="Lucida Sans Unicode"/>
              </a:rPr>
              <a:t> </a:t>
            </a:r>
            <a:r>
              <a:rPr sz="3750" spc="55" dirty="0">
                <a:latin typeface="Lucida Sans Unicode"/>
                <a:cs typeface="Lucida Sans Unicode"/>
              </a:rPr>
              <a:t>selected,</a:t>
            </a:r>
            <a:r>
              <a:rPr sz="3750" spc="-195" dirty="0">
                <a:latin typeface="Lucida Sans Unicode"/>
                <a:cs typeface="Lucida Sans Unicode"/>
              </a:rPr>
              <a:t> </a:t>
            </a:r>
            <a:r>
              <a:rPr sz="3750" spc="225" dirty="0">
                <a:latin typeface="Lucida Sans Unicode"/>
                <a:cs typeface="Lucida Sans Unicode"/>
              </a:rPr>
              <a:t>and</a:t>
            </a:r>
            <a:r>
              <a:rPr sz="3750" spc="-195" dirty="0">
                <a:latin typeface="Lucida Sans Unicode"/>
                <a:cs typeface="Lucida Sans Unicode"/>
              </a:rPr>
              <a:t> </a:t>
            </a:r>
            <a:r>
              <a:rPr sz="3750" spc="80" dirty="0">
                <a:latin typeface="Lucida Sans Unicode"/>
                <a:cs typeface="Lucida Sans Unicode"/>
              </a:rPr>
              <a:t>rejected </a:t>
            </a:r>
            <a:r>
              <a:rPr sz="3750" spc="155" dirty="0">
                <a:latin typeface="Lucida Sans Unicode"/>
                <a:cs typeface="Lucida Sans Unicode"/>
              </a:rPr>
              <a:t>candidates</a:t>
            </a:r>
            <a:endParaRPr sz="3750" dirty="0">
              <a:latin typeface="Lucida Sans Unicode"/>
              <a:cs typeface="Lucida Sans Unicode"/>
            </a:endParaRPr>
          </a:p>
          <a:p>
            <a:pPr marL="461645" marR="5080" indent="-459740">
              <a:lnSpc>
                <a:spcPct val="114799"/>
              </a:lnSpc>
              <a:buSzPct val="98666"/>
              <a:buAutoNum type="arabicPeriod"/>
              <a:tabLst>
                <a:tab pos="461645" algn="l"/>
              </a:tabLst>
            </a:pPr>
            <a:r>
              <a:rPr sz="3750" dirty="0">
                <a:latin typeface="Lucida Sans Unicode"/>
                <a:cs typeface="Lucida Sans Unicode"/>
              </a:rPr>
              <a:t>Analyze</a:t>
            </a:r>
            <a:r>
              <a:rPr sz="3750" spc="-90" dirty="0">
                <a:latin typeface="Lucida Sans Unicode"/>
                <a:cs typeface="Lucida Sans Unicode"/>
              </a:rPr>
              <a:t> </a:t>
            </a:r>
            <a:r>
              <a:rPr sz="3750" spc="110" dirty="0">
                <a:latin typeface="Lucida Sans Unicode"/>
                <a:cs typeface="Lucida Sans Unicode"/>
              </a:rPr>
              <a:t>department-</a:t>
            </a:r>
            <a:r>
              <a:rPr sz="3750" spc="60" dirty="0">
                <a:latin typeface="Lucida Sans Unicode"/>
                <a:cs typeface="Lucida Sans Unicode"/>
              </a:rPr>
              <a:t>wise</a:t>
            </a:r>
            <a:r>
              <a:rPr sz="3750" spc="-85" dirty="0">
                <a:latin typeface="Lucida Sans Unicode"/>
                <a:cs typeface="Lucida Sans Unicode"/>
              </a:rPr>
              <a:t> </a:t>
            </a:r>
            <a:r>
              <a:rPr sz="3750" spc="85" dirty="0">
                <a:latin typeface="Lucida Sans Unicode"/>
                <a:cs typeface="Lucida Sans Unicode"/>
              </a:rPr>
              <a:t>applications </a:t>
            </a:r>
            <a:r>
              <a:rPr sz="3750" dirty="0">
                <a:latin typeface="Lucida Sans Unicode"/>
                <a:cs typeface="Lucida Sans Unicode"/>
              </a:rPr>
              <a:t>using</a:t>
            </a:r>
            <a:r>
              <a:rPr sz="3750" spc="-20" dirty="0">
                <a:latin typeface="Lucida Sans Unicode"/>
                <a:cs typeface="Lucida Sans Unicode"/>
              </a:rPr>
              <a:t> </a:t>
            </a:r>
            <a:r>
              <a:rPr sz="3750" spc="130" dirty="0">
                <a:latin typeface="Lucida Sans Unicode"/>
                <a:cs typeface="Lucida Sans Unicode"/>
              </a:rPr>
              <a:t>HashMap</a:t>
            </a:r>
            <a:endParaRPr sz="3750" dirty="0">
              <a:latin typeface="Lucida Sans Unicode"/>
              <a:cs typeface="Lucida Sans Unicode"/>
            </a:endParaRPr>
          </a:p>
          <a:p>
            <a:pPr marL="461645" marR="482600" indent="-459740">
              <a:lnSpc>
                <a:spcPct val="114799"/>
              </a:lnSpc>
              <a:buSzPct val="98666"/>
              <a:buAutoNum type="arabicPeriod"/>
              <a:tabLst>
                <a:tab pos="461645" algn="l"/>
              </a:tabLst>
            </a:pPr>
            <a:r>
              <a:rPr sz="3750" spc="155" dirty="0">
                <a:latin typeface="Lucida Sans Unicode"/>
                <a:cs typeface="Lucida Sans Unicode"/>
              </a:rPr>
              <a:t>Calculate</a:t>
            </a:r>
            <a:r>
              <a:rPr sz="3750" spc="-195" dirty="0">
                <a:latin typeface="Lucida Sans Unicode"/>
                <a:cs typeface="Lucida Sans Unicode"/>
              </a:rPr>
              <a:t> </a:t>
            </a:r>
            <a:r>
              <a:rPr sz="3750" spc="215" dirty="0">
                <a:latin typeface="Lucida Sans Unicode"/>
                <a:cs typeface="Lucida Sans Unicode"/>
              </a:rPr>
              <a:t>average</a:t>
            </a:r>
            <a:r>
              <a:rPr sz="3750" spc="-190" dirty="0">
                <a:latin typeface="Lucida Sans Unicode"/>
                <a:cs typeface="Lucida Sans Unicode"/>
              </a:rPr>
              <a:t> </a:t>
            </a:r>
            <a:r>
              <a:rPr sz="3750" spc="120" dirty="0">
                <a:latin typeface="Lucida Sans Unicode"/>
                <a:cs typeface="Lucida Sans Unicode"/>
              </a:rPr>
              <a:t>salary</a:t>
            </a:r>
            <a:r>
              <a:rPr sz="3750" spc="-190" dirty="0">
                <a:latin typeface="Lucida Sans Unicode"/>
                <a:cs typeface="Lucida Sans Unicode"/>
              </a:rPr>
              <a:t> </a:t>
            </a:r>
            <a:r>
              <a:rPr sz="3750" dirty="0">
                <a:latin typeface="Lucida Sans Unicode"/>
                <a:cs typeface="Lucida Sans Unicode"/>
              </a:rPr>
              <a:t>of</a:t>
            </a:r>
            <a:r>
              <a:rPr sz="3750" spc="-190" dirty="0">
                <a:latin typeface="Lucida Sans Unicode"/>
                <a:cs typeface="Lucida Sans Unicode"/>
              </a:rPr>
              <a:t> </a:t>
            </a:r>
            <a:r>
              <a:rPr sz="3750" spc="110" dirty="0">
                <a:latin typeface="Lucida Sans Unicode"/>
                <a:cs typeface="Lucida Sans Unicode"/>
              </a:rPr>
              <a:t>selected </a:t>
            </a:r>
            <a:r>
              <a:rPr sz="3750" spc="155" dirty="0">
                <a:latin typeface="Lucida Sans Unicode"/>
                <a:cs typeface="Lucida Sans Unicode"/>
              </a:rPr>
              <a:t>candidates</a:t>
            </a:r>
            <a:endParaRPr sz="3750" dirty="0">
              <a:latin typeface="Lucida Sans Unicode"/>
              <a:cs typeface="Lucida Sans Unicode"/>
            </a:endParaRPr>
          </a:p>
          <a:p>
            <a:pPr marL="461009" indent="-458470">
              <a:lnSpc>
                <a:spcPct val="100000"/>
              </a:lnSpc>
              <a:spcBef>
                <a:spcPts val="660"/>
              </a:spcBef>
              <a:buSzPct val="98666"/>
              <a:buAutoNum type="arabicPeriod"/>
              <a:tabLst>
                <a:tab pos="461009" algn="l"/>
              </a:tabLst>
            </a:pPr>
            <a:r>
              <a:rPr sz="3750" dirty="0">
                <a:latin typeface="Lucida Sans Unicode"/>
                <a:cs typeface="Lucida Sans Unicode"/>
              </a:rPr>
              <a:t>Display</a:t>
            </a:r>
            <a:r>
              <a:rPr sz="3750" spc="60" dirty="0">
                <a:latin typeface="Lucida Sans Unicode"/>
                <a:cs typeface="Lucida Sans Unicode"/>
              </a:rPr>
              <a:t> </a:t>
            </a:r>
            <a:r>
              <a:rPr sz="3750" spc="-10" dirty="0">
                <a:latin typeface="Lucida Sans Unicode"/>
                <a:cs typeface="Lucida Sans Unicode"/>
              </a:rPr>
              <a:t>results</a:t>
            </a:r>
            <a:endParaRPr sz="3750" dirty="0">
              <a:latin typeface="Lucida Sans Unicode"/>
              <a:cs typeface="Lucida Sans Unicod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A07CCB-813B-9B6B-4173-11096903A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4" t="3342" r="54000" b="30496"/>
          <a:stretch>
            <a:fillRect/>
          </a:stretch>
        </p:blipFill>
        <p:spPr>
          <a:xfrm>
            <a:off x="11278562" y="2830845"/>
            <a:ext cx="6423025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291981"/>
            <a:ext cx="9544050" cy="6560184"/>
          </a:xfrm>
          <a:prstGeom prst="rect">
            <a:avLst/>
          </a:prstGeom>
        </p:spPr>
        <p:txBody>
          <a:bodyPr vert="horz" wrap="square" lIns="0" tIns="461009" rIns="0" bIns="0" rtlCol="0">
            <a:spAutoFit/>
          </a:bodyPr>
          <a:lstStyle/>
          <a:p>
            <a:pPr marL="12700" marR="5080">
              <a:lnSpc>
                <a:spcPts val="24010"/>
              </a:lnSpc>
              <a:spcBef>
                <a:spcPts val="3629"/>
              </a:spcBef>
            </a:pPr>
            <a:r>
              <a:rPr sz="22850" spc="815" dirty="0"/>
              <a:t>Thank </a:t>
            </a:r>
            <a:r>
              <a:rPr sz="22850" spc="-775" dirty="0"/>
              <a:t>Y</a:t>
            </a:r>
            <a:r>
              <a:rPr sz="22850" spc="600" dirty="0"/>
              <a:t>ou</a:t>
            </a:r>
            <a:endParaRPr sz="22850" dirty="0"/>
          </a:p>
        </p:txBody>
      </p:sp>
      <p:sp>
        <p:nvSpPr>
          <p:cNvPr id="3" name="object 3"/>
          <p:cNvSpPr txBox="1"/>
          <p:nvPr/>
        </p:nvSpPr>
        <p:spPr>
          <a:xfrm>
            <a:off x="17246600" y="9232962"/>
            <a:ext cx="7969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 Unicode"/>
                <a:cs typeface="Lucida Sans Unicode"/>
              </a:rPr>
              <a:t>Page</a:t>
            </a:r>
            <a:r>
              <a:rPr sz="2000" spc="-135" dirty="0">
                <a:latin typeface="Lucida Sans Unicode"/>
                <a:cs typeface="Lucida Sans Unicode"/>
              </a:rPr>
              <a:t> </a:t>
            </a:r>
            <a:r>
              <a:rPr sz="2000" spc="-340" dirty="0">
                <a:latin typeface="Lucida Sans Unicode"/>
                <a:cs typeface="Lucida Sans Unicode"/>
              </a:rPr>
              <a:t>7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C59BEE-9E17-B7FC-8BA5-8AD38F707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8288000" cy="10401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306</Words>
  <Application>Microsoft Office PowerPoint</Application>
  <PresentationFormat>Custom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 Black</vt:lpstr>
      <vt:lpstr>Lucida Sans Unicode</vt:lpstr>
      <vt:lpstr>Tahoma</vt:lpstr>
      <vt:lpstr>Office Theme</vt:lpstr>
      <vt:lpstr>HR Recruitment Data</vt:lpstr>
      <vt:lpstr>Agenda:</vt:lpstr>
      <vt:lpstr>project overview:</vt:lpstr>
      <vt:lpstr>Objectives:</vt:lpstr>
      <vt:lpstr>Program code:</vt:lpstr>
      <vt:lpstr>Methodology / Analysis &amp; Results: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Blue and Grey Modern Data Analyst Presentation</dc:title>
  <dc:creator>Rowthu Bhulakshmi</dc:creator>
  <cp:keywords>DAHNMT6IaZI,BAHNL7X9fpQ,0</cp:keywords>
  <cp:lastModifiedBy>rowthu bhulakshmi</cp:lastModifiedBy>
  <cp:revision>2</cp:revision>
  <dcterms:created xsi:type="dcterms:W3CDTF">2026-06-21T10:52:34Z</dcterms:created>
  <dcterms:modified xsi:type="dcterms:W3CDTF">2026-06-21T13:00:10Z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2026-06-21T00:00:00Z</vt:filetime>
  </property>
  <property fmtid="{D5CDD505-2E9C-101B-9397-08002B2CF9AE}" pid="4" name="Creator">
    <vt:lpwstr>Canva</vt:lpwstr>
  </property>
  <property fmtid="{D5CDD505-2E9C-101B-9397-08002B2CF9AE}" pid="5" name="LastSaved">
    <vt:filetime>2026-06-21T00:00:00Z</vt:filetime>
  </property>
  <property fmtid="{D5CDD505-2E9C-101B-9397-08002B2CF9AE}" pid="6" name="Producer">
    <vt:lpwstr>Canva</vt:lpwstr>
  </property>
</Properties>
</file>